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10693400" cy="7561263"/>
  <p:notesSz cx="9926638" cy="6797675"/>
  <p:defaultTextStyle>
    <a:defPPr>
      <a:defRPr lang="ko-KR"/>
    </a:defPPr>
    <a:lvl1pPr marL="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KKYUN MOON" initials="HM" lastIdx="1" clrIdx="0">
    <p:extLst>
      <p:ext uri="{19B8F6BF-5375-455C-9EA6-DF929625EA0E}">
        <p15:presenceInfo xmlns:p15="http://schemas.microsoft.com/office/powerpoint/2012/main" userId="3c13399914a7520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D39E"/>
    <a:srgbClr val="B38E54"/>
    <a:srgbClr val="3325E7"/>
    <a:srgbClr val="3257F6"/>
    <a:srgbClr val="1E13A9"/>
    <a:srgbClr val="F7DFAB"/>
    <a:srgbClr val="3399FF"/>
    <a:srgbClr val="F0C35E"/>
    <a:srgbClr val="5E5E5E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6" autoAdjust="0"/>
    <p:restoredTop sz="95000" autoAdjust="0"/>
  </p:normalViewPr>
  <p:slideViewPr>
    <p:cSldViewPr>
      <p:cViewPr>
        <p:scale>
          <a:sx n="167" d="100"/>
          <a:sy n="167" d="100"/>
        </p:scale>
        <p:origin x="-1373" y="-58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6"/>
            <a:ext cx="4302016" cy="339569"/>
          </a:xfrm>
          <a:prstGeom prst="rect">
            <a:avLst/>
          </a:prstGeom>
        </p:spPr>
        <p:txBody>
          <a:bodyPr vert="horz" lIns="90643" tIns="45322" rIns="90643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3052" y="6"/>
            <a:ext cx="4302015" cy="339569"/>
          </a:xfrm>
          <a:prstGeom prst="rect">
            <a:avLst/>
          </a:prstGeom>
        </p:spPr>
        <p:txBody>
          <a:bodyPr vert="horz" lIns="90643" tIns="45322" rIns="90643" bIns="45322" rtlCol="0"/>
          <a:lstStyle>
            <a:lvl1pPr algn="r">
              <a:defRPr sz="1200"/>
            </a:lvl1pPr>
          </a:lstStyle>
          <a:p>
            <a:fld id="{95622196-ACDC-4F2F-B03C-847CDCA28947}" type="datetimeFigureOut">
              <a:rPr lang="ko-KR" altLang="en-US" smtClean="0"/>
              <a:pPr/>
              <a:t>2026-05-01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539"/>
            <a:ext cx="4302016" cy="339569"/>
          </a:xfrm>
          <a:prstGeom prst="rect">
            <a:avLst/>
          </a:prstGeom>
        </p:spPr>
        <p:txBody>
          <a:bodyPr vert="horz" lIns="90643" tIns="45322" rIns="90643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3052" y="6456539"/>
            <a:ext cx="4302015" cy="339569"/>
          </a:xfrm>
          <a:prstGeom prst="rect">
            <a:avLst/>
          </a:prstGeom>
        </p:spPr>
        <p:txBody>
          <a:bodyPr vert="horz" lIns="90643" tIns="45322" rIns="90643" bIns="45322" rtlCol="0" anchor="b"/>
          <a:lstStyle>
            <a:lvl1pPr algn="r">
              <a:defRPr sz="1200"/>
            </a:lvl1pPr>
          </a:lstStyle>
          <a:p>
            <a:fld id="{4D954C8F-4CD5-450E-A8B1-B9B0987DFC0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7529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6"/>
            <a:ext cx="4302016" cy="339569"/>
          </a:xfrm>
          <a:prstGeom prst="rect">
            <a:avLst/>
          </a:prstGeom>
        </p:spPr>
        <p:txBody>
          <a:bodyPr vert="horz" lIns="90643" tIns="45322" rIns="90643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052" y="6"/>
            <a:ext cx="4302015" cy="339569"/>
          </a:xfrm>
          <a:prstGeom prst="rect">
            <a:avLst/>
          </a:prstGeom>
        </p:spPr>
        <p:txBody>
          <a:bodyPr vert="horz" lIns="90643" tIns="45322" rIns="90643" bIns="45322" rtlCol="0"/>
          <a:lstStyle>
            <a:lvl1pPr algn="r">
              <a:defRPr sz="1200"/>
            </a:lvl1pPr>
          </a:lstStyle>
          <a:p>
            <a:fld id="{0D41C1FB-AD6A-445D-A7CB-D66CF650E45D}" type="datetimeFigureOut">
              <a:rPr lang="ko-KR" altLang="en-US" smtClean="0"/>
              <a:pPr/>
              <a:t>2026-05-01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62300" y="509588"/>
            <a:ext cx="36036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43" tIns="45322" rIns="90643" bIns="4532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139" y="3229056"/>
            <a:ext cx="7940365" cy="3059268"/>
          </a:xfrm>
          <a:prstGeom prst="rect">
            <a:avLst/>
          </a:prstGeom>
        </p:spPr>
        <p:txBody>
          <a:bodyPr vert="horz" lIns="90643" tIns="45322" rIns="90643" bIns="45322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539"/>
            <a:ext cx="4302016" cy="339569"/>
          </a:xfrm>
          <a:prstGeom prst="rect">
            <a:avLst/>
          </a:prstGeom>
        </p:spPr>
        <p:txBody>
          <a:bodyPr vert="horz" lIns="90643" tIns="45322" rIns="90643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052" y="6456539"/>
            <a:ext cx="4302015" cy="339569"/>
          </a:xfrm>
          <a:prstGeom prst="rect">
            <a:avLst/>
          </a:prstGeom>
        </p:spPr>
        <p:txBody>
          <a:bodyPr vert="horz" lIns="90643" tIns="45322" rIns="90643" bIns="45322" rtlCol="0" anchor="b"/>
          <a:lstStyle>
            <a:lvl1pPr algn="r">
              <a:defRPr sz="1200"/>
            </a:lvl1pPr>
          </a:lstStyle>
          <a:p>
            <a:fld id="{37435AE9-AC93-49F7-BC3A-9ADDDDE5332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3767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1121 아멘교회주보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3" y="762"/>
            <a:ext cx="10684750" cy="75597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3단주보바탕화면2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39" y="349"/>
            <a:ext cx="10685920" cy="75605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ctr" defTabSz="1043056" rtl="0" eaLnBrk="1" latinLnBrk="1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146" indent="-391146" algn="l" defTabSz="1043056" rtl="0" eaLnBrk="1" latinLnBrk="1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7483" indent="-325955" algn="l" defTabSz="1043056" rtl="0" eaLnBrk="1" latinLnBrk="1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microsoft.com/office/2007/relationships/hdphoto" Target="../media/hdphoto1.wdp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00A40B26-15B6-444C-945E-E6CBBB2200B9}"/>
              </a:ext>
            </a:extLst>
          </p:cNvPr>
          <p:cNvSpPr txBox="1"/>
          <p:nvPr/>
        </p:nvSpPr>
        <p:spPr>
          <a:xfrm>
            <a:off x="7020610" y="6696353"/>
            <a:ext cx="335603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>
              <a:lnSpc>
                <a:spcPct val="150000"/>
              </a:lnSpc>
              <a:buSzPct val="100000"/>
            </a:pPr>
            <a:r>
              <a:rPr lang="ko-KR" altLang="en-US" sz="800" spc="-50" dirty="0">
                <a:latin typeface="+mn-ea"/>
              </a:rPr>
              <a:t> 담임</a:t>
            </a:r>
            <a:r>
              <a:rPr lang="en-US" altLang="ko-KR" sz="800" spc="-50" dirty="0">
                <a:latin typeface="+mn-ea"/>
              </a:rPr>
              <a:t> </a:t>
            </a:r>
            <a:r>
              <a:rPr lang="ko-KR" altLang="en-US" sz="800" spc="-50" dirty="0">
                <a:latin typeface="+mn-ea"/>
              </a:rPr>
              <a:t>문학균 목사  </a:t>
            </a:r>
            <a:r>
              <a:rPr lang="en-US" altLang="ko-KR" sz="800" spc="-50" dirty="0">
                <a:latin typeface="+mn-ea"/>
              </a:rPr>
              <a:t>  </a:t>
            </a:r>
            <a:r>
              <a:rPr lang="en-US" altLang="ko-KR" sz="800" spc="-150" dirty="0">
                <a:latin typeface="+mn-ea"/>
              </a:rPr>
              <a:t> </a:t>
            </a:r>
            <a:r>
              <a:rPr lang="en-US" altLang="ko-KR" sz="800" spc="-50" dirty="0">
                <a:latin typeface="+mn-ea"/>
              </a:rPr>
              <a:t>T. </a:t>
            </a:r>
            <a:r>
              <a:rPr lang="en-US" altLang="ko-KR" sz="800" dirty="0">
                <a:latin typeface="+mn-ea"/>
              </a:rPr>
              <a:t>010-2259-0691</a:t>
            </a:r>
            <a:r>
              <a:rPr lang="en-US" altLang="ko-KR" sz="800" spc="-50" dirty="0">
                <a:latin typeface="+mn-ea"/>
              </a:rPr>
              <a:t>    </a:t>
            </a:r>
            <a:r>
              <a:rPr lang="en-US" altLang="ko-KR" sz="800" spc="-150" dirty="0">
                <a:latin typeface="+mn-ea"/>
              </a:rPr>
              <a:t> </a:t>
            </a:r>
            <a:r>
              <a:rPr lang="en-US" altLang="ko-KR" sz="800" i="1" dirty="0">
                <a:latin typeface="+mn-ea"/>
              </a:rPr>
              <a:t>SINCE 1954. 4. 4</a:t>
            </a:r>
          </a:p>
          <a:p>
            <a:pPr marL="228600" indent="-228600">
              <a:buSzPct val="100000"/>
            </a:pPr>
            <a:r>
              <a:rPr lang="ko-KR" altLang="en-US" sz="800" spc="-50" dirty="0">
                <a:latin typeface="+mn-ea"/>
              </a:rPr>
              <a:t> 경기도 광주시 </a:t>
            </a:r>
            <a:r>
              <a:rPr lang="ko-KR" altLang="en-US" sz="800" spc="-50" dirty="0" err="1">
                <a:latin typeface="+mn-ea"/>
              </a:rPr>
              <a:t>퇴촌면</a:t>
            </a:r>
            <a:r>
              <a:rPr lang="ko-KR" altLang="en-US" sz="800" spc="-50" dirty="0">
                <a:latin typeface="+mn-ea"/>
              </a:rPr>
              <a:t> </a:t>
            </a:r>
            <a:r>
              <a:rPr lang="ko-KR" altLang="en-US" sz="800" spc="-50" dirty="0" err="1">
                <a:latin typeface="+mn-ea"/>
              </a:rPr>
              <a:t>광동로</a:t>
            </a:r>
            <a:r>
              <a:rPr lang="en-US" altLang="ko-KR" sz="800" spc="-50" dirty="0">
                <a:latin typeface="+mn-ea"/>
              </a:rPr>
              <a:t>52</a:t>
            </a:r>
            <a:r>
              <a:rPr lang="ko-KR" altLang="en-US" sz="800" spc="-50" dirty="0" err="1">
                <a:latin typeface="+mn-ea"/>
              </a:rPr>
              <a:t>번길</a:t>
            </a:r>
            <a:r>
              <a:rPr lang="ko-KR" altLang="en-US" sz="800" spc="-50" dirty="0">
                <a:latin typeface="+mn-ea"/>
              </a:rPr>
              <a:t> </a:t>
            </a:r>
            <a:r>
              <a:rPr lang="en-US" altLang="ko-KR" sz="800" spc="-50" dirty="0">
                <a:latin typeface="+mn-ea"/>
              </a:rPr>
              <a:t>27     ☎ </a:t>
            </a:r>
            <a:r>
              <a:rPr lang="en-US" altLang="ko-KR" sz="800" dirty="0">
                <a:latin typeface="+mn-ea"/>
              </a:rPr>
              <a:t>031-766-8847</a:t>
            </a:r>
          </a:p>
          <a:p>
            <a:pPr marL="228600" indent="-228600">
              <a:lnSpc>
                <a:spcPct val="150000"/>
              </a:lnSpc>
              <a:buSzPct val="100000"/>
            </a:pPr>
            <a:r>
              <a:rPr lang="en-US" altLang="ko-KR" sz="800" spc="-50" dirty="0">
                <a:solidFill>
                  <a:srgbClr val="3325E7"/>
                </a:solidFill>
                <a:latin typeface="+mn-ea"/>
              </a:rPr>
              <a:t> [</a:t>
            </a:r>
            <a:r>
              <a:rPr lang="ko-KR" altLang="en-US" sz="800" spc="-50" dirty="0">
                <a:solidFill>
                  <a:srgbClr val="3325E7"/>
                </a:solidFill>
                <a:latin typeface="+mn-ea"/>
              </a:rPr>
              <a:t>설교방송</a:t>
            </a:r>
            <a:r>
              <a:rPr lang="en-US" altLang="ko-KR" sz="800" spc="-50" dirty="0">
                <a:solidFill>
                  <a:srgbClr val="3325E7"/>
                </a:solidFill>
                <a:latin typeface="+mn-ea"/>
              </a:rPr>
              <a:t>] </a:t>
            </a:r>
            <a:r>
              <a:rPr lang="ko-KR" altLang="en-US" sz="800" spc="-50" dirty="0">
                <a:latin typeface="+mn-ea"/>
              </a:rPr>
              <a:t>유튜브</a:t>
            </a:r>
            <a:r>
              <a:rPr lang="en-US" altLang="ko-KR" sz="800" spc="-50" dirty="0">
                <a:latin typeface="+mn-ea"/>
              </a:rPr>
              <a:t>(</a:t>
            </a:r>
            <a:r>
              <a:rPr lang="en-US" altLang="ko-KR" sz="800" dirty="0">
                <a:latin typeface="+mn-ea"/>
              </a:rPr>
              <a:t>www.youtube.com</a:t>
            </a:r>
            <a:r>
              <a:rPr lang="en-US" altLang="ko-KR" sz="800" spc="-50" dirty="0">
                <a:latin typeface="+mn-ea"/>
              </a:rPr>
              <a:t>)</a:t>
            </a:r>
            <a:r>
              <a:rPr lang="ko-KR" altLang="en-US" sz="800" spc="-50" dirty="0">
                <a:latin typeface="+mn-ea"/>
              </a:rPr>
              <a:t>           </a:t>
            </a:r>
            <a:endParaRPr lang="en-US" altLang="ko-KR" sz="800" spc="-50" dirty="0">
              <a:latin typeface="+mn-ea"/>
            </a:endParaRPr>
          </a:p>
          <a:p>
            <a:pPr marL="228600" indent="-228600">
              <a:buSzPct val="100000"/>
            </a:pPr>
            <a:r>
              <a:rPr lang="en-US" altLang="ko-KR" sz="800" spc="-5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‘</a:t>
            </a:r>
            <a:r>
              <a:rPr lang="ko-KR" altLang="en-US" sz="800" dirty="0">
                <a:latin typeface="+mn-ea"/>
              </a:rPr>
              <a:t>성령교회</a:t>
            </a:r>
            <a:r>
              <a:rPr lang="ko-KR" altLang="en-US" sz="800" spc="-15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문학균목사</a:t>
            </a:r>
            <a:r>
              <a:rPr lang="ko-KR" altLang="en-US" sz="800" spc="-150" dirty="0">
                <a:latin typeface="+mn-ea"/>
              </a:rPr>
              <a:t> </a:t>
            </a:r>
            <a:r>
              <a:rPr lang="ko-KR" altLang="en-US" sz="800" dirty="0">
                <a:latin typeface="+mn-ea"/>
              </a:rPr>
              <a:t>설교채널</a:t>
            </a:r>
            <a:r>
              <a:rPr lang="en-US" altLang="ko-KR" sz="800" dirty="0">
                <a:latin typeface="+mn-ea"/>
              </a:rPr>
              <a:t>’</a:t>
            </a:r>
            <a:r>
              <a:rPr lang="ko-KR" altLang="en-US" sz="800" dirty="0">
                <a:latin typeface="+mn-ea"/>
              </a:rPr>
              <a:t> 검색          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C84DC0F-A388-4DA8-96F4-147C45507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519" y="6583081"/>
            <a:ext cx="685244" cy="67759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51982" y="345632"/>
            <a:ext cx="3335278" cy="495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>
              <a:lnSpc>
                <a:spcPct val="150000"/>
              </a:lnSpc>
              <a:buSzPct val="100000"/>
            </a:pPr>
            <a:r>
              <a:rPr lang="ko-KR" altLang="en-US" sz="1100" b="1" dirty="0">
                <a:latin typeface="+mn-ea"/>
              </a:rPr>
              <a:t>제</a:t>
            </a:r>
            <a:r>
              <a:rPr lang="en-US" altLang="ko-KR" sz="1100" b="1" dirty="0">
                <a:latin typeface="+mn-ea"/>
              </a:rPr>
              <a:t>2026-18</a:t>
            </a:r>
            <a:r>
              <a:rPr lang="ko-KR" altLang="en-US" sz="1100" b="1" dirty="0">
                <a:latin typeface="+mn-ea"/>
              </a:rPr>
              <a:t>호 </a:t>
            </a:r>
            <a:r>
              <a:rPr lang="en-US" altLang="ko-KR" sz="1100" b="1" dirty="0">
                <a:latin typeface="+mn-ea"/>
              </a:rPr>
              <a:t>                                   2026.05.03</a:t>
            </a:r>
          </a:p>
          <a:p>
            <a:pPr marL="228600" indent="-228600" algn="r">
              <a:lnSpc>
                <a:spcPct val="150000"/>
              </a:lnSpc>
              <a:buSzPct val="100000"/>
            </a:pPr>
            <a:endParaRPr lang="ko-KR" altLang="en-US" sz="1200" b="1" dirty="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051982" y="828303"/>
            <a:ext cx="333527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algn="ctr">
              <a:buSzPct val="100000"/>
            </a:pPr>
            <a:r>
              <a:rPr lang="ko-KR" altLang="en-US" sz="1100" b="1" spc="-80" dirty="0">
                <a:latin typeface="+mn-ea"/>
              </a:rPr>
              <a:t>표어 </a:t>
            </a:r>
            <a:r>
              <a:rPr lang="en-US" altLang="ko-KR" sz="1100" b="1" spc="-80" dirty="0">
                <a:latin typeface="+mn-ea"/>
              </a:rPr>
              <a:t>: </a:t>
            </a:r>
            <a:r>
              <a:rPr lang="en-US" altLang="ko-KR" sz="1200" b="1" spc="-80" dirty="0">
                <a:latin typeface="MD솔체" panose="02020603020101020101" pitchFamily="18" charset="-127"/>
                <a:ea typeface="MD솔체" panose="02020603020101020101" pitchFamily="18" charset="-127"/>
              </a:rPr>
              <a:t>                                              </a:t>
            </a:r>
            <a:r>
              <a:rPr lang="en-US" altLang="ko-KR" sz="900" b="1" spc="-80" dirty="0">
                <a:latin typeface="+mn-ea"/>
              </a:rPr>
              <a:t>(</a:t>
            </a:r>
            <a:r>
              <a:rPr lang="ko-KR" altLang="en-US" sz="900" b="1" spc="-80" dirty="0">
                <a:latin typeface="+mn-ea"/>
              </a:rPr>
              <a:t>사 </a:t>
            </a:r>
            <a:r>
              <a:rPr lang="en-US" altLang="ko-KR" sz="900" b="1" spc="-80" dirty="0">
                <a:latin typeface="+mn-ea"/>
              </a:rPr>
              <a:t>27</a:t>
            </a:r>
            <a:r>
              <a:rPr lang="en-US" altLang="ko-KR" sz="900" b="1" spc="-50" dirty="0">
                <a:latin typeface="+mn-ea"/>
              </a:rPr>
              <a:t>:6</a:t>
            </a:r>
            <a:r>
              <a:rPr lang="en-US" altLang="ko-KR" sz="900" b="1" spc="-80" dirty="0">
                <a:latin typeface="+mn-ea"/>
              </a:rPr>
              <a:t>)</a:t>
            </a:r>
            <a:endParaRPr lang="ko-KR" altLang="en-US" sz="900" b="1" spc="-80" dirty="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B83E8C-790E-411E-86C8-F345ED16C3AB}"/>
              </a:ext>
            </a:extLst>
          </p:cNvPr>
          <p:cNvSpPr txBox="1"/>
          <p:nvPr/>
        </p:nvSpPr>
        <p:spPr>
          <a:xfrm>
            <a:off x="236110" y="139913"/>
            <a:ext cx="2424971" cy="262943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0" tIns="36000" rIns="0" bIns="72000" rtlCol="0" anchor="ctr" anchorCtr="0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  성도들의 사업장 소개  </a:t>
            </a:r>
            <a:r>
              <a:rPr lang="en-US" altLang="ko-KR" sz="900" b="1" dirty="0">
                <a:solidFill>
                  <a:srgbClr val="3325E7"/>
                </a:solidFill>
                <a:latin typeface="+mn-ea"/>
              </a:rPr>
              <a:t>“</a:t>
            </a:r>
            <a:r>
              <a:rPr lang="ko-KR" altLang="en-US" sz="900" b="1" dirty="0">
                <a:solidFill>
                  <a:srgbClr val="3325E7"/>
                </a:solidFill>
                <a:latin typeface="+mn-ea"/>
              </a:rPr>
              <a:t>기도 바랍니다</a:t>
            </a:r>
            <a:r>
              <a:rPr lang="en-US" altLang="ko-KR" sz="900" b="1" dirty="0">
                <a:solidFill>
                  <a:srgbClr val="3325E7"/>
                </a:solidFill>
                <a:latin typeface="+mn-ea"/>
              </a:rPr>
              <a:t>!”</a:t>
            </a:r>
            <a:endParaRPr lang="ko-KR" altLang="en-US" sz="1000" b="1" dirty="0">
              <a:solidFill>
                <a:srgbClr val="3325E7"/>
              </a:solidFill>
              <a:latin typeface="+mn-ea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6A195E87-30E0-4924-9F67-4009885B7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045" y="3572877"/>
            <a:ext cx="3540549" cy="3088074"/>
          </a:xfrm>
          <a:prstGeom prst="rect">
            <a:avLst/>
          </a:prstGeom>
        </p:spPr>
      </p:pic>
      <p:pic>
        <p:nvPicPr>
          <p:cNvPr id="67" name="그림 66" descr="여기서내가.jpg">
            <a:extLst>
              <a:ext uri="{FF2B5EF4-FFF2-40B4-BE49-F238E27FC236}">
                <a16:creationId xmlns:a16="http://schemas.microsoft.com/office/drawing/2014/main" id="{3A2AC3D6-7108-4232-845D-C0DD8C8D7EB7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051982" y="1404367"/>
            <a:ext cx="3335278" cy="4269608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92CAD04-3A7C-4AFA-8B1C-0DF87BEF38BC}"/>
              </a:ext>
            </a:extLst>
          </p:cNvPr>
          <p:cNvSpPr txBox="1"/>
          <p:nvPr/>
        </p:nvSpPr>
        <p:spPr>
          <a:xfrm>
            <a:off x="9019108" y="7055210"/>
            <a:ext cx="68541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>
              <a:buSzPct val="100000"/>
            </a:pPr>
            <a:r>
              <a:rPr lang="ko-KR" altLang="en-US" sz="800" spc="-50" dirty="0">
                <a:latin typeface="+mn-ea"/>
              </a:rPr>
              <a:t> </a:t>
            </a:r>
            <a:r>
              <a:rPr lang="ko-KR" altLang="en-US" sz="800" spc="-150" dirty="0">
                <a:latin typeface="+mn-ea"/>
              </a:rPr>
              <a:t> </a:t>
            </a:r>
            <a:r>
              <a:rPr lang="ko-KR" altLang="en-US" sz="800" spc="30" dirty="0">
                <a:latin typeface="+mn-ea"/>
              </a:rPr>
              <a:t>핸드폰 촬영</a:t>
            </a:r>
            <a:endParaRPr lang="en-US" altLang="ko-KR" sz="800" spc="30" dirty="0">
              <a:latin typeface="+mn-ea"/>
            </a:endParaRPr>
          </a:p>
          <a:p>
            <a:pPr marL="228600" indent="-228600">
              <a:buSzPct val="100000"/>
            </a:pPr>
            <a:r>
              <a:rPr lang="en-US" altLang="ko-KR" sz="800" spc="-50" dirty="0">
                <a:latin typeface="+mn-ea"/>
              </a:rPr>
              <a:t>  </a:t>
            </a:r>
            <a:r>
              <a:rPr lang="en-US" altLang="ko-KR" sz="800" dirty="0">
                <a:latin typeface="+mn-ea"/>
              </a:rPr>
              <a:t>QR</a:t>
            </a:r>
            <a:r>
              <a:rPr lang="ko-KR" altLang="en-US" sz="800" spc="-50" dirty="0">
                <a:latin typeface="+mn-ea"/>
              </a:rPr>
              <a:t>코드 인식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8C7E6E-BC44-45C1-AEF3-41E772DBC923}"/>
              </a:ext>
            </a:extLst>
          </p:cNvPr>
          <p:cNvSpPr txBox="1"/>
          <p:nvPr/>
        </p:nvSpPr>
        <p:spPr>
          <a:xfrm>
            <a:off x="8790667" y="7099036"/>
            <a:ext cx="24349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>
              <a:buSzPct val="100000"/>
            </a:pPr>
            <a:r>
              <a:rPr lang="ko-KR" altLang="en-US" sz="800" spc="-50" dirty="0">
                <a:latin typeface="+mn-ea"/>
              </a:rPr>
              <a:t>또는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2D9964B-6C6A-455C-B46E-88A90963D980}"/>
              </a:ext>
            </a:extLst>
          </p:cNvPr>
          <p:cNvSpPr txBox="1"/>
          <p:nvPr/>
        </p:nvSpPr>
        <p:spPr>
          <a:xfrm>
            <a:off x="9667183" y="7104375"/>
            <a:ext cx="12724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>
              <a:buSzPct val="100000"/>
            </a:pPr>
            <a:r>
              <a:rPr lang="ko-KR" altLang="en-US" sz="800" spc="-50" dirty="0">
                <a:latin typeface="+mn-ea"/>
              </a:rPr>
              <a:t>▶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0F5ED-DB12-4AE4-84C1-E77C20C6A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0055" y="-1609454"/>
            <a:ext cx="5108566" cy="246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442B35F-4EC3-4860-97CF-90211BC76161}"/>
              </a:ext>
            </a:extLst>
          </p:cNvPr>
          <p:cNvCxnSpPr/>
          <p:nvPr/>
        </p:nvCxnSpPr>
        <p:spPr>
          <a:xfrm>
            <a:off x="7084036" y="7019754"/>
            <a:ext cx="25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8E2ED4A-ECE4-1E4E-E29F-336472C192D2}"/>
              </a:ext>
            </a:extLst>
          </p:cNvPr>
          <p:cNvCxnSpPr>
            <a:cxnSpLocks/>
          </p:cNvCxnSpPr>
          <p:nvPr/>
        </p:nvCxnSpPr>
        <p:spPr>
          <a:xfrm>
            <a:off x="2771884" y="232575"/>
            <a:ext cx="0" cy="7139288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8190A76-AA09-FADC-095C-F93C90268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029429"/>
              </p:ext>
            </p:extLst>
          </p:nvPr>
        </p:nvGraphicFramePr>
        <p:xfrm>
          <a:off x="4122564" y="3874028"/>
          <a:ext cx="2448271" cy="887205"/>
        </p:xfrm>
        <a:graphic>
          <a:graphicData uri="http://schemas.openxmlformats.org/drawingml/2006/table">
            <a:tbl>
              <a:tblPr firstRow="1" bandRow="1">
                <a:effectLst/>
                <a:tableStyleId>{93296810-A885-4BE3-A3E7-6D5BEEA58F35}</a:tableStyleId>
              </a:tblPr>
              <a:tblGrid>
                <a:gridCol w="2448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7205">
                <a:tc>
                  <a:txBody>
                    <a:bodyPr/>
                    <a:lstStyle/>
                    <a:p>
                      <a:pPr algn="ctr" latinLnBrk="1"/>
                      <a:endParaRPr lang="ko-KR" altLang="en-US" sz="9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F69DB580-50C2-5705-E9DF-67424B008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138750"/>
              </p:ext>
            </p:extLst>
          </p:nvPr>
        </p:nvGraphicFramePr>
        <p:xfrm>
          <a:off x="3042443" y="3877718"/>
          <a:ext cx="936105" cy="88351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3515">
                <a:tc>
                  <a:txBody>
                    <a:bodyPr/>
                    <a:lstStyle/>
                    <a:p>
                      <a:pPr algn="ctr" latinLnBrk="1"/>
                      <a:endParaRPr lang="ko-KR" altLang="en-US" sz="9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61835F39-8676-0F1D-6D31-5BC811F25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29322"/>
              </p:ext>
            </p:extLst>
          </p:nvPr>
        </p:nvGraphicFramePr>
        <p:xfrm>
          <a:off x="3042443" y="2602674"/>
          <a:ext cx="3528392" cy="8765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2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78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 배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 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0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baseline="0" dirty="0" err="1">
                          <a:latin typeface="+mn-ea"/>
                          <a:ea typeface="+mn-ea"/>
                        </a:rPr>
                        <a:t>주일오전예배</a:t>
                      </a:r>
                      <a:endParaRPr lang="ko-KR" altLang="en-US" sz="9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baseline="0" dirty="0">
                          <a:latin typeface="+mn-ea"/>
                          <a:ea typeface="+mn-ea"/>
                        </a:rPr>
                        <a:t>오전   </a:t>
                      </a:r>
                      <a:r>
                        <a:rPr lang="ko-KR" altLang="en-US" sz="900" spc="-15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spc="0" baseline="0" dirty="0">
                          <a:latin typeface="+mn-ea"/>
                          <a:ea typeface="+mn-ea"/>
                        </a:rPr>
                        <a:t>9:00</a:t>
                      </a:r>
                    </a:p>
                    <a:p>
                      <a:pPr algn="ctr" latinLnBrk="1"/>
                      <a:r>
                        <a:rPr lang="ko-KR" altLang="en-US" sz="900" spc="0" baseline="0" dirty="0">
                          <a:latin typeface="+mn-ea"/>
                          <a:ea typeface="+mn-ea"/>
                        </a:rPr>
                        <a:t>오전  </a:t>
                      </a:r>
                      <a:r>
                        <a:rPr lang="en-US" altLang="ko-KR" sz="900" spc="0" baseline="0" dirty="0">
                          <a:latin typeface="+mn-ea"/>
                          <a:ea typeface="+mn-ea"/>
                        </a:rPr>
                        <a:t>11:00</a:t>
                      </a:r>
                      <a:endParaRPr lang="ko-KR" altLang="en-US" sz="9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baseline="0" dirty="0">
                          <a:latin typeface="+mn-ea"/>
                          <a:ea typeface="+mn-ea"/>
                        </a:rPr>
                        <a:t>새벽기도회</a:t>
                      </a:r>
                      <a:endParaRPr lang="en-US" altLang="ko-KR" sz="900" spc="0" baseline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800" spc="0" baseline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0" baseline="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800" spc="0" baseline="0" dirty="0"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800" spc="0" baseline="0" dirty="0">
                          <a:latin typeface="+mn-ea"/>
                          <a:ea typeface="+mn-ea"/>
                        </a:rPr>
                        <a:t>금</a:t>
                      </a:r>
                      <a:r>
                        <a:rPr lang="en-US" altLang="ko-KR" sz="800" spc="0" baseline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baseline="0" dirty="0">
                          <a:latin typeface="+mn-ea"/>
                          <a:ea typeface="+mn-ea"/>
                        </a:rPr>
                        <a:t>오전  </a:t>
                      </a:r>
                      <a:r>
                        <a:rPr lang="en-US" altLang="ko-KR" sz="900" spc="0" baseline="0" dirty="0">
                          <a:latin typeface="+mn-ea"/>
                          <a:ea typeface="+mn-ea"/>
                        </a:rPr>
                        <a:t>5:00</a:t>
                      </a:r>
                      <a:endParaRPr lang="ko-KR" altLang="en-US" sz="9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8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baseline="0" dirty="0" err="1">
                          <a:latin typeface="+mn-ea"/>
                          <a:ea typeface="+mn-ea"/>
                        </a:rPr>
                        <a:t>주일오후예배</a:t>
                      </a:r>
                      <a:endParaRPr lang="ko-KR" altLang="en-US" sz="9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baseline="0" dirty="0">
                          <a:latin typeface="+mn-ea"/>
                          <a:ea typeface="+mn-ea"/>
                        </a:rPr>
                        <a:t>오후   </a:t>
                      </a: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spc="0" baseline="0" dirty="0">
                          <a:latin typeface="+mn-ea"/>
                          <a:ea typeface="+mn-ea"/>
                        </a:rPr>
                        <a:t>1:50</a:t>
                      </a:r>
                      <a:endParaRPr lang="ko-KR" altLang="en-US" sz="9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baseline="0" dirty="0">
                          <a:latin typeface="+mn-ea"/>
                          <a:ea typeface="+mn-ea"/>
                        </a:rPr>
                        <a:t>수 요 예 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baseline="0" dirty="0">
                          <a:latin typeface="+mn-ea"/>
                          <a:ea typeface="+mn-ea"/>
                        </a:rPr>
                        <a:t>오후  </a:t>
                      </a:r>
                      <a:r>
                        <a:rPr lang="en-US" altLang="ko-KR" sz="900" spc="0" baseline="0" dirty="0">
                          <a:latin typeface="+mn-ea"/>
                          <a:ea typeface="+mn-ea"/>
                        </a:rPr>
                        <a:t>7:30</a:t>
                      </a:r>
                      <a:endParaRPr lang="ko-KR" altLang="en-US" sz="9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82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spc="-140" baseline="0" dirty="0">
                          <a:latin typeface="+mn-ea"/>
                          <a:ea typeface="+mn-ea"/>
                        </a:rPr>
                        <a:t>      주일어린이예배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baseline="0" dirty="0">
                          <a:latin typeface="+mn-ea"/>
                          <a:ea typeface="+mn-ea"/>
                        </a:rPr>
                        <a:t>오전  </a:t>
                      </a:r>
                      <a:r>
                        <a:rPr lang="en-US" altLang="ko-KR" sz="900" spc="0" baseline="0" dirty="0">
                          <a:latin typeface="+mn-ea"/>
                          <a:ea typeface="+mn-ea"/>
                        </a:rPr>
                        <a:t>11:00</a:t>
                      </a:r>
                      <a:endParaRPr lang="ko-KR" altLang="en-US" sz="9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baseline="0" dirty="0" err="1">
                          <a:latin typeface="+mn-ea"/>
                          <a:ea typeface="+mn-ea"/>
                        </a:rPr>
                        <a:t>금요기도회</a:t>
                      </a:r>
                      <a:endParaRPr lang="ko-KR" altLang="en-US" sz="9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0" baseline="0" dirty="0">
                          <a:latin typeface="+mn-ea"/>
                          <a:ea typeface="+mn-ea"/>
                        </a:rPr>
                        <a:t>오후  </a:t>
                      </a:r>
                      <a:r>
                        <a:rPr lang="en-US" altLang="ko-KR" sz="900" spc="0" baseline="0" dirty="0">
                          <a:latin typeface="+mn-ea"/>
                          <a:ea typeface="+mn-ea"/>
                        </a:rPr>
                        <a:t>8:00</a:t>
                      </a:r>
                      <a:endParaRPr lang="ko-KR" altLang="en-US" sz="9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BF6E391E-00AD-E609-3E75-F02B894F79BA}"/>
              </a:ext>
            </a:extLst>
          </p:cNvPr>
          <p:cNvSpPr txBox="1"/>
          <p:nvPr/>
        </p:nvSpPr>
        <p:spPr>
          <a:xfrm>
            <a:off x="3038707" y="2288559"/>
            <a:ext cx="1218183" cy="265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>
              <a:lnSpc>
                <a:spcPct val="150000"/>
              </a:lnSpc>
              <a:buSzPct val="100000"/>
            </a:pPr>
            <a:r>
              <a:rPr lang="ko-KR" altLang="en-US" sz="1300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예배시간 안내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62BB190-D742-FD77-A637-3B929CBE978E}"/>
              </a:ext>
            </a:extLst>
          </p:cNvPr>
          <p:cNvSpPr txBox="1"/>
          <p:nvPr/>
        </p:nvSpPr>
        <p:spPr>
          <a:xfrm>
            <a:off x="3040993" y="3570227"/>
            <a:ext cx="1207656" cy="265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>
              <a:lnSpc>
                <a:spcPct val="150000"/>
              </a:lnSpc>
              <a:buSzPct val="100000"/>
            </a:pPr>
            <a:r>
              <a:rPr lang="ko-KR" altLang="en-US" sz="1300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섬기는 분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51AE3A6-06D3-8D32-E906-262E1F81D25F}"/>
              </a:ext>
            </a:extLst>
          </p:cNvPr>
          <p:cNvSpPr txBox="1"/>
          <p:nvPr/>
        </p:nvSpPr>
        <p:spPr>
          <a:xfrm>
            <a:off x="3114452" y="3903112"/>
            <a:ext cx="205574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spc="-50" dirty="0">
                <a:latin typeface="+mn-ea"/>
              </a:rPr>
              <a:t>담임목사 </a:t>
            </a:r>
            <a:r>
              <a:rPr lang="en-US" altLang="ko-KR" sz="800" spc="-50" dirty="0">
                <a:latin typeface="+mn-ea"/>
              </a:rPr>
              <a:t>|</a:t>
            </a:r>
            <a:r>
              <a:rPr lang="en-US" altLang="ko-KR" sz="900" spc="-50" dirty="0">
                <a:latin typeface="+mn-ea"/>
              </a:rPr>
              <a:t>  </a:t>
            </a:r>
            <a:r>
              <a:rPr lang="ko-KR" altLang="en-US" sz="900" spc="-50" dirty="0">
                <a:latin typeface="+mn-ea"/>
              </a:rPr>
              <a:t>문학균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B12C985-F2AA-7DDA-6D49-0DC225FD43AF}"/>
              </a:ext>
            </a:extLst>
          </p:cNvPr>
          <p:cNvSpPr txBox="1"/>
          <p:nvPr/>
        </p:nvSpPr>
        <p:spPr>
          <a:xfrm>
            <a:off x="4122564" y="3570227"/>
            <a:ext cx="1188372" cy="265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>
              <a:lnSpc>
                <a:spcPct val="150000"/>
              </a:lnSpc>
              <a:buSzPct val="100000"/>
            </a:pPr>
            <a:r>
              <a:rPr lang="ko-KR" altLang="en-US" sz="1300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선교지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81FB38F-F001-33ED-CED9-3FAE17E811B9}"/>
              </a:ext>
            </a:extLst>
          </p:cNvPr>
          <p:cNvSpPr txBox="1"/>
          <p:nvPr/>
        </p:nvSpPr>
        <p:spPr>
          <a:xfrm>
            <a:off x="4194572" y="3895820"/>
            <a:ext cx="24482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spc="-50" dirty="0">
                <a:latin typeface="+mn-ea"/>
              </a:rPr>
              <a:t>해 외 </a:t>
            </a:r>
            <a:r>
              <a:rPr lang="en-US" altLang="ko-KR" sz="800" spc="-50" dirty="0">
                <a:latin typeface="+mn-ea"/>
              </a:rPr>
              <a:t>|</a:t>
            </a:r>
            <a:r>
              <a:rPr lang="en-US" altLang="ko-KR" sz="900" spc="-50" dirty="0">
                <a:latin typeface="+mn-ea"/>
              </a:rPr>
              <a:t>  </a:t>
            </a:r>
            <a:r>
              <a:rPr lang="ko-KR" altLang="en-US" sz="900" spc="-50" dirty="0">
                <a:latin typeface="+mn-ea"/>
              </a:rPr>
              <a:t>故박승일</a:t>
            </a:r>
            <a:r>
              <a:rPr lang="en-US" altLang="ko-KR" sz="800" spc="-50" dirty="0">
                <a:latin typeface="+mn-ea"/>
              </a:rPr>
              <a:t>(</a:t>
            </a:r>
            <a:r>
              <a:rPr lang="ko-KR" altLang="en-US" sz="800" spc="-50" dirty="0">
                <a:latin typeface="+mn-ea"/>
              </a:rPr>
              <a:t>인도</a:t>
            </a:r>
            <a:r>
              <a:rPr lang="en-US" altLang="ko-KR" sz="800" spc="-50" dirty="0">
                <a:latin typeface="+mn-ea"/>
              </a:rPr>
              <a:t>)    </a:t>
            </a:r>
            <a:r>
              <a:rPr lang="ko-KR" altLang="en-US" sz="900" spc="-50" dirty="0">
                <a:latin typeface="+mn-ea"/>
              </a:rPr>
              <a:t>이성희</a:t>
            </a:r>
            <a:r>
              <a:rPr lang="en-US" altLang="ko-KR" sz="800" spc="-50" dirty="0">
                <a:latin typeface="+mn-ea"/>
              </a:rPr>
              <a:t>(</a:t>
            </a:r>
            <a:r>
              <a:rPr lang="ko-KR" altLang="en-US" sz="800" spc="-50" dirty="0">
                <a:latin typeface="+mn-ea"/>
              </a:rPr>
              <a:t>인도</a:t>
            </a:r>
            <a:r>
              <a:rPr lang="en-US" altLang="ko-KR" sz="800" spc="-50" dirty="0">
                <a:latin typeface="+mn-ea"/>
              </a:rPr>
              <a:t>)  </a:t>
            </a:r>
            <a:r>
              <a:rPr lang="ko-KR" altLang="en-US" sz="9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최미선</a:t>
            </a:r>
            <a:r>
              <a:rPr lang="en-US" altLang="ko-KR" sz="8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인도</a:t>
            </a:r>
            <a:r>
              <a:rPr lang="en-US" altLang="ko-KR" sz="800" spc="-50" dirty="0">
                <a:solidFill>
                  <a:prstClr val="black"/>
                </a:solidFill>
                <a:latin typeface="맑은 고딕" panose="020B0503020000020004" pitchFamily="50" charset="-127"/>
              </a:rPr>
              <a:t>) </a:t>
            </a:r>
            <a:endParaRPr lang="en-US" altLang="ko-KR" sz="900" spc="-50" dirty="0">
              <a:latin typeface="+mn-ea"/>
            </a:endParaRPr>
          </a:p>
          <a:p>
            <a:r>
              <a:rPr lang="ko-KR" altLang="en-US" sz="900" spc="-50" dirty="0">
                <a:latin typeface="+mn-ea"/>
              </a:rPr>
              <a:t>          </a:t>
            </a:r>
            <a:r>
              <a:rPr lang="ko-KR" altLang="en-US" sz="900" spc="-50" dirty="0" err="1">
                <a:latin typeface="+mn-ea"/>
              </a:rPr>
              <a:t>이일철</a:t>
            </a:r>
            <a:r>
              <a:rPr lang="en-US" altLang="ko-KR" sz="800" spc="-50" dirty="0">
                <a:latin typeface="+mn-ea"/>
              </a:rPr>
              <a:t>(</a:t>
            </a:r>
            <a:r>
              <a:rPr lang="ko-KR" altLang="en-US" sz="800" spc="-80" dirty="0">
                <a:latin typeface="+mn-ea"/>
              </a:rPr>
              <a:t>캄보디아</a:t>
            </a:r>
            <a:r>
              <a:rPr lang="en-US" altLang="ko-KR" sz="800" spc="-50" dirty="0">
                <a:latin typeface="+mn-ea"/>
              </a:rPr>
              <a:t>)  </a:t>
            </a:r>
            <a:r>
              <a:rPr lang="ko-KR" altLang="en-US" sz="900" spc="-50" dirty="0">
                <a:latin typeface="+mn-ea"/>
              </a:rPr>
              <a:t>박찬호</a:t>
            </a:r>
            <a:r>
              <a:rPr lang="en-US" altLang="ko-KR" sz="800" spc="-50" dirty="0">
                <a:latin typeface="+mn-ea"/>
              </a:rPr>
              <a:t>(</a:t>
            </a:r>
            <a:r>
              <a:rPr lang="ko-KR" altLang="en-US" sz="800" spc="-80" dirty="0">
                <a:latin typeface="+mn-ea"/>
              </a:rPr>
              <a:t>중국</a:t>
            </a:r>
            <a:r>
              <a:rPr lang="en-US" altLang="ko-KR" sz="800" spc="-50" dirty="0">
                <a:latin typeface="+mn-ea"/>
              </a:rPr>
              <a:t>) 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장재필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페루</a:t>
            </a: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lang="en-US" altLang="ko-KR" sz="800" spc="-50" dirty="0">
                <a:latin typeface="+mn-ea"/>
              </a:rPr>
              <a:t> </a:t>
            </a:r>
          </a:p>
          <a:p>
            <a:r>
              <a:rPr lang="en-US" altLang="ko-KR" sz="800" spc="-50" dirty="0">
                <a:latin typeface="+mn-ea"/>
              </a:rPr>
              <a:t>           </a:t>
            </a:r>
            <a:r>
              <a:rPr lang="ko-KR" altLang="en-US" sz="900" spc="-50" dirty="0" err="1">
                <a:latin typeface="+mn-ea"/>
              </a:rPr>
              <a:t>김천영</a:t>
            </a:r>
            <a:r>
              <a:rPr lang="en-US" altLang="ko-KR" sz="1000" spc="-50" dirty="0">
                <a:latin typeface="+mn-ea"/>
              </a:rPr>
              <a:t>(</a:t>
            </a:r>
            <a:r>
              <a:rPr lang="ko-KR" altLang="en-US" sz="800" spc="-80" dirty="0">
                <a:latin typeface="+mn-ea"/>
              </a:rPr>
              <a:t>남아공</a:t>
            </a:r>
            <a:r>
              <a:rPr lang="en-US" altLang="ko-KR" sz="900" spc="-50" dirty="0">
                <a:latin typeface="+mn-ea"/>
              </a:rPr>
              <a:t>)    </a:t>
            </a:r>
            <a:r>
              <a:rPr lang="en-US" altLang="ko-KR" sz="700" spc="-150" dirty="0">
                <a:latin typeface="+mn-ea"/>
              </a:rPr>
              <a:t> </a:t>
            </a:r>
            <a:r>
              <a:rPr lang="ko-KR" altLang="en-US" sz="900" spc="-50" dirty="0" err="1">
                <a:latin typeface="+mn-ea"/>
              </a:rPr>
              <a:t>장석현</a:t>
            </a:r>
            <a:r>
              <a:rPr lang="en-US" altLang="ko-KR" sz="800" spc="-50" dirty="0">
                <a:latin typeface="+mn-ea"/>
              </a:rPr>
              <a:t>(</a:t>
            </a:r>
            <a:r>
              <a:rPr lang="ko-KR" altLang="en-US" sz="800" spc="-50" dirty="0">
                <a:latin typeface="+mn-ea"/>
              </a:rPr>
              <a:t>일본</a:t>
            </a:r>
            <a:r>
              <a:rPr lang="en-US" altLang="ko-KR" sz="800" spc="-50" dirty="0">
                <a:latin typeface="+mn-ea"/>
              </a:rPr>
              <a:t>)</a:t>
            </a:r>
            <a:endParaRPr lang="ko-KR" altLang="en-US" sz="900" spc="-50" dirty="0">
              <a:latin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34F48C3-772D-D779-58C0-2BF7870A5877}"/>
              </a:ext>
            </a:extLst>
          </p:cNvPr>
          <p:cNvSpPr txBox="1"/>
          <p:nvPr/>
        </p:nvSpPr>
        <p:spPr>
          <a:xfrm>
            <a:off x="4194571" y="4330346"/>
            <a:ext cx="237626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spc="-50" dirty="0">
                <a:latin typeface="+mn-ea"/>
              </a:rPr>
              <a:t>국 내 </a:t>
            </a:r>
            <a:r>
              <a:rPr lang="en-US" altLang="ko-KR" sz="800" spc="-50" dirty="0">
                <a:latin typeface="+mn-ea"/>
              </a:rPr>
              <a:t>|</a:t>
            </a:r>
            <a:r>
              <a:rPr lang="en-US" altLang="ko-KR" sz="900" spc="-50" dirty="0">
                <a:latin typeface="+mn-ea"/>
              </a:rPr>
              <a:t>  </a:t>
            </a:r>
            <a:r>
              <a:rPr lang="ko-KR" altLang="en-US" sz="900" spc="-50" dirty="0">
                <a:latin typeface="+mn-ea"/>
              </a:rPr>
              <a:t>구성화</a:t>
            </a:r>
            <a:r>
              <a:rPr lang="en-US" altLang="ko-KR" sz="800" spc="-50" dirty="0">
                <a:latin typeface="+mn-ea"/>
              </a:rPr>
              <a:t>(</a:t>
            </a:r>
            <a:r>
              <a:rPr lang="ko-KR" altLang="en-US" sz="800" spc="-50" dirty="0" err="1">
                <a:latin typeface="+mn-ea"/>
              </a:rPr>
              <a:t>주사랑열방</a:t>
            </a:r>
            <a:r>
              <a:rPr lang="en-US" altLang="ko-KR" sz="800" spc="-50" dirty="0">
                <a:latin typeface="+mn-ea"/>
              </a:rPr>
              <a:t>)  </a:t>
            </a:r>
            <a:r>
              <a:rPr lang="ko-KR" altLang="en-US" sz="900" spc="-50" dirty="0">
                <a:latin typeface="+mn-ea"/>
              </a:rPr>
              <a:t>박성철</a:t>
            </a:r>
            <a:r>
              <a:rPr lang="en-US" altLang="ko-KR" sz="800" spc="-50" dirty="0">
                <a:latin typeface="+mn-ea"/>
              </a:rPr>
              <a:t>(</a:t>
            </a:r>
            <a:r>
              <a:rPr lang="ko-KR" altLang="en-US" sz="800" spc="-50" dirty="0" err="1">
                <a:latin typeface="+mn-ea"/>
              </a:rPr>
              <a:t>온누리제자</a:t>
            </a:r>
            <a:r>
              <a:rPr lang="en-US" altLang="ko-KR" sz="800" spc="-50" dirty="0">
                <a:latin typeface="+mn-ea"/>
              </a:rPr>
              <a:t>) </a:t>
            </a:r>
          </a:p>
          <a:p>
            <a:r>
              <a:rPr lang="ko-KR" altLang="en-US" sz="900" spc="-50" dirty="0">
                <a:latin typeface="+mn-ea"/>
              </a:rPr>
              <a:t>          </a:t>
            </a:r>
            <a:r>
              <a:rPr lang="ko-KR" altLang="en-US" sz="900" spc="-50" dirty="0" err="1">
                <a:latin typeface="+mn-ea"/>
              </a:rPr>
              <a:t>윤서태</a:t>
            </a:r>
            <a:r>
              <a:rPr lang="en-US" altLang="ko-KR" sz="800" spc="-50" dirty="0">
                <a:latin typeface="+mn-ea"/>
              </a:rPr>
              <a:t>(</a:t>
            </a:r>
            <a:r>
              <a:rPr lang="ko-KR" altLang="en-US" sz="800" spc="-50" dirty="0" err="1">
                <a:latin typeface="+mn-ea"/>
              </a:rPr>
              <a:t>주생명</a:t>
            </a:r>
            <a:r>
              <a:rPr lang="en-US" altLang="ko-KR" sz="800" spc="-50" dirty="0">
                <a:latin typeface="+mn-ea"/>
              </a:rPr>
              <a:t>)        </a:t>
            </a:r>
            <a:r>
              <a:rPr lang="ko-KR" altLang="en-US" sz="900" spc="-50" dirty="0" err="1">
                <a:latin typeface="+mn-ea"/>
              </a:rPr>
              <a:t>이보라</a:t>
            </a:r>
            <a:r>
              <a:rPr lang="en-US" altLang="ko-KR" sz="800" spc="-50" dirty="0">
                <a:latin typeface="+mn-ea"/>
              </a:rPr>
              <a:t>(</a:t>
            </a:r>
            <a:r>
              <a:rPr lang="ko-KR" altLang="en-US" sz="800" spc="-50" dirty="0" err="1">
                <a:latin typeface="+mn-ea"/>
              </a:rPr>
              <a:t>마하나임</a:t>
            </a:r>
            <a:r>
              <a:rPr lang="en-US" altLang="ko-KR" sz="800" spc="-50" dirty="0">
                <a:latin typeface="+mn-ea"/>
              </a:rPr>
              <a:t>)</a:t>
            </a:r>
          </a:p>
          <a:p>
            <a:r>
              <a:rPr lang="ko-KR" altLang="en-US" sz="900" spc="-50" dirty="0">
                <a:latin typeface="+mn-ea"/>
              </a:rPr>
              <a:t>          광주경찰서           </a:t>
            </a:r>
            <a:r>
              <a:rPr lang="ko-KR" altLang="en-US" sz="900" spc="-150" dirty="0">
                <a:latin typeface="+mn-ea"/>
              </a:rPr>
              <a:t>국내선교위원회  </a:t>
            </a:r>
            <a:r>
              <a:rPr lang="ko-KR" altLang="en-US" sz="1000" spc="-150" dirty="0">
                <a:latin typeface="+mn-ea"/>
              </a:rPr>
              <a:t> </a:t>
            </a:r>
            <a:endParaRPr lang="ko-KR" altLang="en-US" sz="900" spc="-150" dirty="0">
              <a:latin typeface="+mn-ea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77BFC5CE-B0D0-0787-FE9F-53C100AC2ECA}"/>
              </a:ext>
            </a:extLst>
          </p:cNvPr>
          <p:cNvSpPr/>
          <p:nvPr/>
        </p:nvSpPr>
        <p:spPr>
          <a:xfrm>
            <a:off x="5748077" y="7309023"/>
            <a:ext cx="648072" cy="72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91325F8-A1BB-B09A-3515-6264F83D793E}"/>
              </a:ext>
            </a:extLst>
          </p:cNvPr>
          <p:cNvSpPr txBox="1"/>
          <p:nvPr/>
        </p:nvSpPr>
        <p:spPr>
          <a:xfrm>
            <a:off x="3049456" y="4859153"/>
            <a:ext cx="3593388" cy="265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>
              <a:lnSpc>
                <a:spcPct val="150000"/>
              </a:lnSpc>
              <a:buSzPct val="100000"/>
            </a:pPr>
            <a:r>
              <a:rPr lang="ko-KR" altLang="en-US" sz="1300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예물 드리신 분 </a:t>
            </a:r>
            <a:r>
              <a:rPr lang="en-US" altLang="ko-KR" sz="1300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                                         </a:t>
            </a:r>
            <a:r>
              <a:rPr lang="en-US" altLang="ko-KR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성명 가나다순</a:t>
            </a:r>
            <a:r>
              <a:rPr lang="en-US" altLang="ko-KR" sz="80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1300" dirty="0">
              <a:latin typeface="+mn-ea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9138A05D-9047-E5CD-9F3B-6928DE275E8B}"/>
              </a:ext>
            </a:extLst>
          </p:cNvPr>
          <p:cNvSpPr/>
          <p:nvPr/>
        </p:nvSpPr>
        <p:spPr>
          <a:xfrm>
            <a:off x="3047521" y="6964833"/>
            <a:ext cx="3523315" cy="400958"/>
          </a:xfrm>
          <a:prstGeom prst="rect">
            <a:avLst/>
          </a:prstGeom>
          <a:noFill/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pc="-5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0A5AE2F-3C5B-5428-D573-4AF727906E13}"/>
              </a:ext>
            </a:extLst>
          </p:cNvPr>
          <p:cNvSpPr/>
          <p:nvPr/>
        </p:nvSpPr>
        <p:spPr>
          <a:xfrm>
            <a:off x="3095720" y="7019754"/>
            <a:ext cx="731190" cy="28167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spc="-50" dirty="0">
                <a:solidFill>
                  <a:srgbClr val="C00000"/>
                </a:solidFill>
                <a:latin typeface="+mn-ea"/>
              </a:rPr>
              <a:t>온라인헌금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EB80650-D234-D658-1FC0-31EE957FDCF0}"/>
              </a:ext>
            </a:extLst>
          </p:cNvPr>
          <p:cNvSpPr txBox="1"/>
          <p:nvPr/>
        </p:nvSpPr>
        <p:spPr>
          <a:xfrm>
            <a:off x="3978548" y="7032024"/>
            <a:ext cx="24968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농협 </a:t>
            </a: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351-1075-3818-33 </a:t>
            </a:r>
            <a:r>
              <a:rPr lang="en-US" altLang="ko-KR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/ </a:t>
            </a:r>
            <a:r>
              <a:rPr lang="ko-KR" altLang="en-US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예금주</a:t>
            </a:r>
            <a:r>
              <a:rPr lang="en-US" altLang="ko-KR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</a:t>
            </a:r>
            <a:r>
              <a:rPr lang="ko-KR" altLang="en-US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성령교회</a:t>
            </a:r>
            <a:endParaRPr lang="en-US" altLang="ko-KR" sz="900" kern="9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ko-KR" altLang="en-US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송금자</a:t>
            </a:r>
            <a:r>
              <a:rPr lang="en-US" altLang="ko-KR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‘</a:t>
            </a:r>
            <a:r>
              <a:rPr lang="ko-KR" altLang="en-US" sz="900" kern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이름헌금종류</a:t>
            </a:r>
            <a:r>
              <a:rPr lang="en-US" altLang="ko-KR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’</a:t>
            </a:r>
            <a:r>
              <a:rPr lang="ko-KR" altLang="en-US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</a:t>
            </a:r>
            <a:r>
              <a:rPr lang="ko-KR" altLang="en-US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예</a:t>
            </a:r>
            <a:r>
              <a:rPr lang="en-US" altLang="ko-KR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</a:t>
            </a:r>
            <a:r>
              <a:rPr lang="ko-KR" altLang="en-US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홍길동십일조</a:t>
            </a:r>
            <a:r>
              <a:rPr lang="en-US" altLang="ko-KR" sz="900" kern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)</a:t>
            </a:r>
            <a:endParaRPr lang="ko-KR" altLang="en-US" sz="1000" kern="9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CD3516-FE03-CE12-C55C-986328EA9536}"/>
              </a:ext>
            </a:extLst>
          </p:cNvPr>
          <p:cNvSpPr txBox="1"/>
          <p:nvPr/>
        </p:nvSpPr>
        <p:spPr>
          <a:xfrm>
            <a:off x="3050358" y="5171321"/>
            <a:ext cx="3523311" cy="175055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900" spc="-60" dirty="0"/>
              <a:t>  십 일 </a:t>
            </a:r>
            <a:r>
              <a:rPr lang="ko-KR" altLang="en-US" sz="900" spc="-100" dirty="0"/>
              <a:t>조 </a:t>
            </a:r>
            <a:r>
              <a:rPr lang="en-US" altLang="ko-KR" sz="900" spc="-60" dirty="0"/>
              <a:t>| </a:t>
            </a:r>
            <a:r>
              <a:rPr lang="ko-KR" altLang="en-US" sz="900" spc="-60" dirty="0" err="1"/>
              <a:t>김리라</a:t>
            </a:r>
            <a:r>
              <a:rPr lang="ko-KR" altLang="en-US" sz="900" spc="-60" dirty="0"/>
              <a:t> 김명숙 </a:t>
            </a:r>
            <a:r>
              <a:rPr lang="ko-KR" altLang="en-US" sz="900" spc="-60" dirty="0" err="1"/>
              <a:t>김성춘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서광식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송경준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신희숙</a:t>
            </a:r>
            <a:r>
              <a:rPr lang="ko-KR" altLang="en-US" sz="900" spc="-60" dirty="0"/>
              <a:t> 안동화 이경숙 </a:t>
            </a:r>
            <a:endParaRPr lang="en-US" altLang="ko-KR" sz="900" spc="-60" dirty="0"/>
          </a:p>
          <a:p>
            <a:r>
              <a:rPr lang="en-US" altLang="ko-KR" sz="900" spc="-60" dirty="0"/>
              <a:t>                </a:t>
            </a:r>
            <a:r>
              <a:rPr lang="en-US" altLang="ko-KR" sz="400" spc="-60" dirty="0"/>
              <a:t> </a:t>
            </a:r>
            <a:r>
              <a:rPr lang="ko-KR" altLang="en-US" sz="900" spc="-60" dirty="0" err="1"/>
              <a:t>이승렬∙김영란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전형준∙</a:t>
            </a:r>
            <a:r>
              <a:rPr lang="ko-KR" altLang="en-US" sz="900" dirty="0" err="1">
                <a:solidFill>
                  <a:prstClr val="black"/>
                </a:solidFill>
              </a:rPr>
              <a:t>김나연</a:t>
            </a:r>
            <a:r>
              <a:rPr lang="ko-KR" altLang="en-US" sz="900" dirty="0">
                <a:solidFill>
                  <a:prstClr val="black"/>
                </a:solidFill>
              </a:rPr>
              <a:t> </a:t>
            </a:r>
            <a:r>
              <a:rPr lang="ko-KR" altLang="en-US" sz="900" dirty="0" err="1">
                <a:solidFill>
                  <a:prstClr val="black"/>
                </a:solidFill>
              </a:rPr>
              <a:t>정윤덕</a:t>
            </a:r>
            <a:r>
              <a:rPr lang="ko-KR" altLang="en-US" sz="900" dirty="0">
                <a:solidFill>
                  <a:prstClr val="black"/>
                </a:solidFill>
              </a:rPr>
              <a:t> 정진희 최경미 한미선</a:t>
            </a:r>
            <a:endParaRPr lang="en-US" altLang="ko-KR" sz="900" dirty="0">
              <a:solidFill>
                <a:prstClr val="black"/>
              </a:solidFill>
            </a:endParaRPr>
          </a:p>
          <a:p>
            <a:r>
              <a:rPr lang="en-US" altLang="ko-KR" sz="900" dirty="0">
                <a:solidFill>
                  <a:prstClr val="black"/>
                </a:solidFill>
              </a:rPr>
              <a:t>            </a:t>
            </a:r>
            <a:r>
              <a:rPr lang="ko-KR" altLang="en-US" sz="900" dirty="0">
                <a:solidFill>
                  <a:prstClr val="black"/>
                </a:solidFill>
              </a:rPr>
              <a:t> </a:t>
            </a:r>
            <a:r>
              <a:rPr lang="ko-KR" altLang="en-US" sz="300" dirty="0">
                <a:solidFill>
                  <a:prstClr val="black"/>
                </a:solidFill>
              </a:rPr>
              <a:t> </a:t>
            </a:r>
            <a:r>
              <a:rPr lang="ko-KR" altLang="en-US" sz="900" dirty="0" err="1">
                <a:solidFill>
                  <a:prstClr val="black"/>
                </a:solidFill>
              </a:rPr>
              <a:t>한재숙</a:t>
            </a:r>
            <a:r>
              <a:rPr lang="ko-KR" altLang="en-US" sz="900" dirty="0">
                <a:solidFill>
                  <a:prstClr val="black"/>
                </a:solidFill>
              </a:rPr>
              <a:t> </a:t>
            </a:r>
            <a:r>
              <a:rPr lang="ko-KR" altLang="en-US" sz="900" spc="-60" dirty="0"/>
              <a:t>황미경 홍순화</a:t>
            </a:r>
            <a:endParaRPr lang="en-US" altLang="ko-KR" sz="900" spc="-60" dirty="0"/>
          </a:p>
          <a:p>
            <a:r>
              <a:rPr lang="en-US" altLang="ko-KR" sz="900" spc="-60" dirty="0"/>
              <a:t>  </a:t>
            </a:r>
            <a:r>
              <a:rPr lang="ko-KR" altLang="en-US" sz="900" spc="-60" dirty="0"/>
              <a:t>감     사 </a:t>
            </a:r>
            <a:r>
              <a:rPr lang="en-US" altLang="ko-KR" sz="900" spc="-60" dirty="0"/>
              <a:t>| </a:t>
            </a:r>
            <a:r>
              <a:rPr lang="ko-KR" altLang="en-US" sz="900" spc="-60" dirty="0" err="1"/>
              <a:t>김리라</a:t>
            </a:r>
            <a:r>
              <a:rPr lang="ko-KR" altLang="en-US" sz="900" spc="-60" dirty="0"/>
              <a:t> 김명숙 </a:t>
            </a:r>
            <a:r>
              <a:rPr lang="ko-KR" altLang="en-US" sz="900" spc="-60" dirty="0" err="1"/>
              <a:t>김채하</a:t>
            </a:r>
            <a:r>
              <a:rPr lang="en-US" altLang="ko-KR" sz="900" spc="-60" dirty="0"/>
              <a:t>(</a:t>
            </a:r>
            <a:r>
              <a:rPr lang="ko-KR" altLang="en-US" sz="850" spc="-60" dirty="0" err="1"/>
              <a:t>일천번제</a:t>
            </a:r>
            <a:r>
              <a:rPr lang="en-US" altLang="ko-KR" sz="900" spc="-60" dirty="0"/>
              <a:t>) </a:t>
            </a:r>
            <a:r>
              <a:rPr lang="ko-KR" altLang="en-US" sz="900" spc="-60" dirty="0"/>
              <a:t>김현숙 </a:t>
            </a:r>
            <a:r>
              <a:rPr lang="ko-KR" altLang="en-US" sz="900" spc="-60" dirty="0" err="1"/>
              <a:t>구본식∙김정숙</a:t>
            </a:r>
            <a:r>
              <a:rPr lang="ko-KR" altLang="en-US" sz="900" spc="-60" dirty="0"/>
              <a:t> 무명</a:t>
            </a:r>
            <a:r>
              <a:rPr lang="en-US" altLang="ko-KR" sz="950" spc="-60" dirty="0"/>
              <a:t>4</a:t>
            </a:r>
            <a:r>
              <a:rPr lang="en-US" altLang="ko-KR" sz="900" spc="-60" dirty="0"/>
              <a:t> </a:t>
            </a:r>
          </a:p>
          <a:p>
            <a:r>
              <a:rPr lang="en-US" altLang="ko-KR" sz="900" spc="-60" dirty="0"/>
              <a:t>                </a:t>
            </a:r>
            <a:r>
              <a:rPr lang="en-US" altLang="ko-KR" sz="400" spc="-60" dirty="0"/>
              <a:t> </a:t>
            </a:r>
            <a:r>
              <a:rPr lang="ko-KR" altLang="en-US" sz="900" spc="-60" dirty="0" err="1"/>
              <a:t>문학균∙정교영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박점자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백만선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송경준∙장옥순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신희숙</a:t>
            </a:r>
            <a:r>
              <a:rPr lang="ko-KR" altLang="en-US" sz="900" spc="-60" dirty="0"/>
              <a:t> 이미숙 </a:t>
            </a:r>
            <a:endParaRPr lang="en-US" altLang="ko-KR" sz="900" spc="-60" dirty="0"/>
          </a:p>
          <a:p>
            <a:r>
              <a:rPr lang="en-US" altLang="ko-KR" sz="900" spc="-60" dirty="0"/>
              <a:t>                </a:t>
            </a:r>
            <a:r>
              <a:rPr lang="en-US" altLang="ko-KR" sz="400" spc="-60" dirty="0"/>
              <a:t> </a:t>
            </a:r>
            <a:r>
              <a:rPr lang="ko-KR" altLang="en-US" sz="900" spc="-60" dirty="0" err="1"/>
              <a:t>이승렬∙김영란</a:t>
            </a:r>
            <a:r>
              <a:rPr lang="ko-KR" altLang="en-US" sz="900" spc="-60" dirty="0"/>
              <a:t> 이인표 </a:t>
            </a:r>
            <a:r>
              <a:rPr lang="ko-KR" altLang="en-US" sz="900" spc="-60" dirty="0" err="1"/>
              <a:t>전형준∙김나연</a:t>
            </a:r>
            <a:r>
              <a:rPr lang="ko-KR" altLang="en-US" sz="900" spc="-60" dirty="0"/>
              <a:t> 한미선</a:t>
            </a:r>
            <a:endParaRPr lang="en-US" altLang="ko-KR" sz="900" spc="-60" dirty="0"/>
          </a:p>
          <a:p>
            <a:r>
              <a:rPr lang="ko-KR" altLang="en-US" sz="900" spc="-60" dirty="0"/>
              <a:t>  목     장 </a:t>
            </a:r>
            <a:r>
              <a:rPr lang="en-US" altLang="ko-KR" sz="900" spc="-60" dirty="0"/>
              <a:t>| </a:t>
            </a:r>
            <a:r>
              <a:rPr lang="en-US" altLang="ko-KR" sz="950" spc="-60" dirty="0"/>
              <a:t>1</a:t>
            </a:r>
            <a:r>
              <a:rPr lang="ko-KR" altLang="en-US" sz="900" spc="-60" dirty="0"/>
              <a:t>목장 </a:t>
            </a:r>
            <a:r>
              <a:rPr lang="en-US" altLang="ko-KR" sz="950" spc="-60" dirty="0"/>
              <a:t>2</a:t>
            </a:r>
            <a:r>
              <a:rPr lang="ko-KR" altLang="en-US" sz="900" spc="-60" dirty="0"/>
              <a:t>목장 </a:t>
            </a:r>
            <a:r>
              <a:rPr lang="en-US" altLang="ko-KR" sz="950" spc="-60" dirty="0"/>
              <a:t>3</a:t>
            </a:r>
            <a:r>
              <a:rPr lang="ko-KR" altLang="en-US" sz="900" spc="-60" dirty="0"/>
              <a:t>목장</a:t>
            </a:r>
            <a:endParaRPr lang="en-US" altLang="ko-KR" sz="900" spc="-60" dirty="0"/>
          </a:p>
          <a:p>
            <a:r>
              <a:rPr lang="ko-KR" altLang="en-US" sz="900" spc="-60" dirty="0"/>
              <a:t>  선     교 </a:t>
            </a:r>
            <a:r>
              <a:rPr lang="en-US" altLang="ko-KR" sz="900" spc="-60" dirty="0"/>
              <a:t>| </a:t>
            </a:r>
            <a:r>
              <a:rPr lang="ko-KR" altLang="en-US" sz="900" spc="-60" dirty="0"/>
              <a:t>김명숙 </a:t>
            </a:r>
            <a:r>
              <a:rPr lang="ko-KR" altLang="en-US" sz="900" spc="-60" dirty="0" err="1"/>
              <a:t>김성춘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김채하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신희숙</a:t>
            </a:r>
            <a:r>
              <a:rPr lang="ko-KR" altLang="en-US" sz="900" spc="-60" dirty="0"/>
              <a:t> 안동화 </a:t>
            </a:r>
            <a:r>
              <a:rPr lang="ko-KR" altLang="en-US" sz="900" spc="-60" dirty="0" err="1"/>
              <a:t>어윤송</a:t>
            </a:r>
            <a:r>
              <a:rPr lang="ko-KR" altLang="en-US" sz="900" spc="-60" dirty="0"/>
              <a:t> 이경숙 </a:t>
            </a:r>
            <a:r>
              <a:rPr lang="ko-KR" altLang="en-US" sz="900" spc="-60" dirty="0" err="1"/>
              <a:t>이순득</a:t>
            </a:r>
            <a:r>
              <a:rPr lang="ko-KR" altLang="en-US" sz="900" spc="-60" dirty="0"/>
              <a:t> </a:t>
            </a:r>
            <a:endParaRPr lang="en-US" altLang="ko-KR" sz="900" spc="-60" dirty="0"/>
          </a:p>
          <a:p>
            <a:r>
              <a:rPr lang="en-US" altLang="ko-KR" sz="900" spc="-60" dirty="0"/>
              <a:t>                </a:t>
            </a:r>
            <a:r>
              <a:rPr lang="en-US" altLang="ko-KR" sz="300" spc="-60" dirty="0"/>
              <a:t> </a:t>
            </a:r>
            <a:r>
              <a:rPr lang="ko-KR" altLang="en-US" sz="900" spc="-60" dirty="0" err="1"/>
              <a:t>이승렬∙김영란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주영옥</a:t>
            </a:r>
            <a:r>
              <a:rPr lang="ko-KR" altLang="en-US" sz="900" spc="-60" dirty="0"/>
              <a:t> 최경미 </a:t>
            </a:r>
            <a:r>
              <a:rPr lang="ko-KR" altLang="en-US" sz="900" spc="-60" dirty="0" err="1"/>
              <a:t>한재숙</a:t>
            </a:r>
            <a:r>
              <a:rPr lang="ko-KR" altLang="en-US" sz="900" spc="-60" dirty="0"/>
              <a:t> 황미경 </a:t>
            </a:r>
            <a:endParaRPr lang="en-US" altLang="ko-KR" sz="900" spc="-60" dirty="0"/>
          </a:p>
          <a:p>
            <a:r>
              <a:rPr lang="en-US" altLang="ko-KR" sz="900" spc="-60" dirty="0"/>
              <a:t>  </a:t>
            </a:r>
            <a:r>
              <a:rPr lang="ko-KR" altLang="en-US" sz="900" spc="-60" dirty="0"/>
              <a:t>전     도 </a:t>
            </a:r>
            <a:r>
              <a:rPr lang="en-US" altLang="ko-KR" sz="900" spc="-60" dirty="0"/>
              <a:t>| </a:t>
            </a:r>
            <a:r>
              <a:rPr lang="ko-KR" altLang="en-US" sz="900" spc="-60" dirty="0" err="1"/>
              <a:t>강영순</a:t>
            </a:r>
            <a:r>
              <a:rPr lang="ko-KR" altLang="en-US" sz="900" spc="-60" dirty="0"/>
              <a:t> 김명숙 </a:t>
            </a:r>
            <a:r>
              <a:rPr lang="ko-KR" altLang="en-US" sz="900" spc="-60" dirty="0" err="1"/>
              <a:t>김성춘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김채하</a:t>
            </a:r>
            <a:r>
              <a:rPr lang="ko-KR" altLang="en-US" sz="900" spc="-60" dirty="0"/>
              <a:t> 안동화 </a:t>
            </a:r>
            <a:r>
              <a:rPr lang="ko-KR" altLang="en-US" sz="900" spc="-60" dirty="0" err="1"/>
              <a:t>어윤송</a:t>
            </a:r>
            <a:r>
              <a:rPr lang="ko-KR" altLang="en-US" sz="900" spc="-60" dirty="0"/>
              <a:t> 이경숙 </a:t>
            </a:r>
            <a:endParaRPr lang="en-US" altLang="ko-KR" sz="900" spc="-60" dirty="0"/>
          </a:p>
          <a:p>
            <a:r>
              <a:rPr lang="en-US" altLang="ko-KR" sz="900" spc="-60" dirty="0"/>
              <a:t>                </a:t>
            </a:r>
            <a:r>
              <a:rPr lang="en-US" altLang="ko-KR" sz="300" spc="-60" dirty="0"/>
              <a:t> </a:t>
            </a:r>
            <a:r>
              <a:rPr lang="ko-KR" altLang="en-US" sz="900" spc="-60" dirty="0" err="1"/>
              <a:t>이승렬∙김영란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주영옥</a:t>
            </a:r>
            <a:r>
              <a:rPr lang="ko-KR" altLang="en-US" sz="900" spc="-60" dirty="0"/>
              <a:t> 최경미 </a:t>
            </a:r>
            <a:r>
              <a:rPr lang="ko-KR" altLang="en-US" sz="900" spc="-60" dirty="0" err="1"/>
              <a:t>한재숙</a:t>
            </a:r>
            <a:r>
              <a:rPr lang="ko-KR" altLang="en-US" sz="900" spc="-60" dirty="0"/>
              <a:t> 황미경</a:t>
            </a:r>
            <a:endParaRPr lang="en-US" altLang="ko-KR" sz="900" spc="-60" dirty="0"/>
          </a:p>
          <a:p>
            <a:r>
              <a:rPr lang="en-US" altLang="ko-KR" sz="900" spc="-60" dirty="0"/>
              <a:t>  </a:t>
            </a:r>
            <a:r>
              <a:rPr lang="ko-KR" altLang="en-US" sz="900" spc="-60" dirty="0"/>
              <a:t>건     축 </a:t>
            </a:r>
            <a:r>
              <a:rPr lang="en-US" altLang="ko-KR" sz="900" spc="-60" dirty="0"/>
              <a:t>| </a:t>
            </a:r>
            <a:r>
              <a:rPr lang="ko-KR" altLang="en-US" sz="900" spc="-60" dirty="0"/>
              <a:t>김명숙 </a:t>
            </a:r>
            <a:r>
              <a:rPr lang="ko-KR" altLang="en-US" sz="900" spc="-60" dirty="0" err="1"/>
              <a:t>김성춘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김채하</a:t>
            </a:r>
            <a:r>
              <a:rPr lang="ko-KR" altLang="en-US" sz="900" spc="-60" dirty="0"/>
              <a:t> 이점순 </a:t>
            </a:r>
            <a:r>
              <a:rPr lang="ko-KR" altLang="en-US" sz="900" spc="-60" dirty="0" err="1"/>
              <a:t>주영옥</a:t>
            </a:r>
            <a:r>
              <a:rPr lang="ko-KR" altLang="en-US" sz="900" spc="-60" dirty="0"/>
              <a:t> </a:t>
            </a:r>
            <a:r>
              <a:rPr lang="ko-KR" altLang="en-US" sz="900" spc="-60" dirty="0" err="1"/>
              <a:t>한재숙</a:t>
            </a:r>
            <a:r>
              <a:rPr lang="ko-KR" altLang="en-US" sz="900" spc="-60" dirty="0"/>
              <a:t> 황미경</a:t>
            </a:r>
            <a:endParaRPr lang="en-US" altLang="ko-KR" sz="900" spc="-6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C35B1AC-5F5F-1284-D7F0-F375039E205D}"/>
              </a:ext>
            </a:extLst>
          </p:cNvPr>
          <p:cNvSpPr txBox="1"/>
          <p:nvPr/>
        </p:nvSpPr>
        <p:spPr>
          <a:xfrm>
            <a:off x="3122481" y="4259944"/>
            <a:ext cx="9558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spc="-50" dirty="0">
                <a:latin typeface="+mn-ea"/>
              </a:rPr>
              <a:t>반      주 </a:t>
            </a:r>
            <a:r>
              <a:rPr lang="en-US" altLang="ko-KR" sz="800" spc="-50" dirty="0">
                <a:latin typeface="+mn-ea"/>
              </a:rPr>
              <a:t>|</a:t>
            </a:r>
            <a:r>
              <a:rPr lang="en-US" altLang="ko-KR" sz="900" spc="-50" dirty="0">
                <a:latin typeface="+mn-ea"/>
              </a:rPr>
              <a:t>  </a:t>
            </a:r>
            <a:r>
              <a:rPr lang="ko-KR" altLang="en-US" sz="900" spc="-50" dirty="0">
                <a:latin typeface="+mn-ea"/>
              </a:rPr>
              <a:t>김수진</a:t>
            </a:r>
            <a:endParaRPr lang="en-US" altLang="ko-KR" sz="900" spc="-50" dirty="0">
              <a:latin typeface="+mn-ea"/>
            </a:endParaRPr>
          </a:p>
          <a:p>
            <a:r>
              <a:rPr lang="en-US" altLang="ko-KR" sz="900" spc="-50" dirty="0">
                <a:latin typeface="+mn-ea"/>
              </a:rPr>
              <a:t> </a:t>
            </a:r>
            <a:r>
              <a:rPr lang="en-US" altLang="ko-KR" sz="900" dirty="0">
                <a:latin typeface="+mn-ea"/>
              </a:rPr>
              <a:t>           </a:t>
            </a:r>
            <a:r>
              <a:rPr lang="en-US" altLang="ko-KR" sz="900" spc="-200" dirty="0">
                <a:latin typeface="+mn-ea"/>
              </a:rPr>
              <a:t> </a:t>
            </a:r>
            <a:r>
              <a:rPr lang="ko-KR" altLang="en-US" sz="900" spc="-50" dirty="0" err="1">
                <a:latin typeface="+mn-ea"/>
              </a:rPr>
              <a:t>유한희</a:t>
            </a:r>
            <a:endParaRPr lang="ko-KR" altLang="en-US" sz="900" spc="-50" dirty="0">
              <a:latin typeface="+mn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8BEC49-69E8-E1BC-F2BE-7646104CE6A7}"/>
              </a:ext>
            </a:extLst>
          </p:cNvPr>
          <p:cNvSpPr/>
          <p:nvPr/>
        </p:nvSpPr>
        <p:spPr>
          <a:xfrm>
            <a:off x="234132" y="468263"/>
            <a:ext cx="2426949" cy="439248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ctr"/>
            <a:endParaRPr lang="en-US" altLang="ko-KR" sz="7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6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6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6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6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6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6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6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endParaRPr lang="en-US" altLang="ko-KR" sz="400" b="1" spc="-50" dirty="0"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ko-KR" altLang="en-US" sz="600" b="1" spc="-50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</a:rPr>
              <a:t>성명 가나다순</a:t>
            </a:r>
            <a:endParaRPr lang="ko-KR" altLang="en-US" sz="6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19163E1-8800-87CD-ED97-16FAC8AF2FB6}"/>
              </a:ext>
            </a:extLst>
          </p:cNvPr>
          <p:cNvSpPr/>
          <p:nvPr/>
        </p:nvSpPr>
        <p:spPr>
          <a:xfrm>
            <a:off x="372670" y="591791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>
                <a:solidFill>
                  <a:srgbClr val="3325E7"/>
                </a:solidFill>
                <a:latin typeface="+mn-ea"/>
              </a:rPr>
              <a:t>삼성보험증권컨설팅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] 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김리라권사</a:t>
            </a:r>
            <a:endParaRPr lang="ko-KR" altLang="en-US" sz="9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DDC8D3D-DB39-11F6-1F4F-D731CDEE44AA}"/>
              </a:ext>
            </a:extLst>
          </p:cNvPr>
          <p:cNvSpPr/>
          <p:nvPr/>
        </p:nvSpPr>
        <p:spPr>
          <a:xfrm>
            <a:off x="373188" y="1772703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>
                <a:solidFill>
                  <a:srgbClr val="3325E7"/>
                </a:solidFill>
                <a:latin typeface="+mn-ea"/>
              </a:rPr>
              <a:t>영스타미용실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] 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김종순권사</a:t>
            </a:r>
            <a:endParaRPr lang="ko-KR" altLang="en-US" sz="10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329A3EF-8116-C3C4-AC78-C70F85339BE3}"/>
              </a:ext>
            </a:extLst>
          </p:cNvPr>
          <p:cNvSpPr/>
          <p:nvPr/>
        </p:nvSpPr>
        <p:spPr>
          <a:xfrm>
            <a:off x="375402" y="2248230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 err="1">
                <a:solidFill>
                  <a:srgbClr val="3325E7"/>
                </a:solidFill>
                <a:latin typeface="+mn-ea"/>
              </a:rPr>
              <a:t>글램핑하우스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] 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문정식집사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한재숙권사</a:t>
            </a:r>
            <a:endParaRPr lang="ko-KR" altLang="en-US" sz="9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B42E417-4C9E-A07F-D8F9-44596EB1B720}"/>
              </a:ext>
            </a:extLst>
          </p:cNvPr>
          <p:cNvSpPr/>
          <p:nvPr/>
        </p:nvSpPr>
        <p:spPr>
          <a:xfrm>
            <a:off x="372545" y="2484480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 err="1">
                <a:solidFill>
                  <a:srgbClr val="3325E7"/>
                </a:solidFill>
                <a:latin typeface="+mn-ea"/>
              </a:rPr>
              <a:t>민가네조경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] 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민평열권찰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박선순권사</a:t>
            </a:r>
            <a:endParaRPr lang="ko-KR" altLang="en-US" sz="9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CC34B46-DED6-850A-9DCE-9A42BC7F88BF}"/>
              </a:ext>
            </a:extLst>
          </p:cNvPr>
          <p:cNvSpPr/>
          <p:nvPr/>
        </p:nvSpPr>
        <p:spPr>
          <a:xfrm>
            <a:off x="371951" y="1529837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 err="1">
                <a:solidFill>
                  <a:srgbClr val="3325E7"/>
                </a:solidFill>
                <a:latin typeface="+mn-ea"/>
              </a:rPr>
              <a:t>범이네농장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] 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김주범성도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김명숙권사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 </a:t>
            </a:r>
            <a:endParaRPr lang="ko-KR" altLang="en-US" sz="9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D34E44-A97A-EBDD-1D95-AAFB198F25BB}"/>
              </a:ext>
            </a:extLst>
          </p:cNvPr>
          <p:cNvSpPr/>
          <p:nvPr/>
        </p:nvSpPr>
        <p:spPr>
          <a:xfrm>
            <a:off x="372136" y="1058924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 err="1">
                <a:solidFill>
                  <a:srgbClr val="3325E7"/>
                </a:solidFill>
                <a:latin typeface="+mn-ea"/>
              </a:rPr>
              <a:t>퇴촌골남원추어탕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]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김명숙권사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 </a:t>
            </a:r>
            <a:endParaRPr lang="ko-KR" altLang="en-US" sz="9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952A47E-EC0B-9543-C136-CA622F1B5EAC}"/>
              </a:ext>
            </a:extLst>
          </p:cNvPr>
          <p:cNvSpPr/>
          <p:nvPr/>
        </p:nvSpPr>
        <p:spPr>
          <a:xfrm>
            <a:off x="371983" y="2010344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 [</a:t>
            </a:r>
            <a:r>
              <a:rPr lang="ko-KR" altLang="en-US" sz="900" spc="-50" dirty="0">
                <a:solidFill>
                  <a:srgbClr val="3325E7"/>
                </a:solidFill>
                <a:latin typeface="+mn-ea"/>
              </a:rPr>
              <a:t>태광종합공사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] 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노주환성도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김유순집사</a:t>
            </a:r>
            <a:endParaRPr lang="ko-KR" altLang="en-US" sz="10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9818F4-B816-B921-4138-C78FB1718E9D}"/>
              </a:ext>
            </a:extLst>
          </p:cNvPr>
          <p:cNvSpPr/>
          <p:nvPr/>
        </p:nvSpPr>
        <p:spPr>
          <a:xfrm>
            <a:off x="373872" y="2724309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 [</a:t>
            </a:r>
            <a:r>
              <a:rPr lang="en-US" altLang="ko-KR" sz="900" dirty="0">
                <a:solidFill>
                  <a:srgbClr val="3325E7"/>
                </a:solidFill>
                <a:latin typeface="+mn-ea"/>
              </a:rPr>
              <a:t>LG</a:t>
            </a:r>
            <a:r>
              <a:rPr lang="ko-KR" altLang="en-US" sz="900" dirty="0">
                <a:solidFill>
                  <a:srgbClr val="3325E7"/>
                </a:solidFill>
                <a:latin typeface="+mn-ea"/>
              </a:rPr>
              <a:t>정수기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]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박영순권사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F5420E7-FDE9-A6A1-1D4E-9A2DFFAE37F4}"/>
              </a:ext>
            </a:extLst>
          </p:cNvPr>
          <p:cNvSpPr/>
          <p:nvPr/>
        </p:nvSpPr>
        <p:spPr>
          <a:xfrm>
            <a:off x="375709" y="4155598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150" dirty="0" err="1">
                <a:solidFill>
                  <a:srgbClr val="3325E7"/>
                </a:solidFill>
                <a:latin typeface="+mn-ea"/>
              </a:rPr>
              <a:t>르므엘프로젝트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방수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)]  </a:t>
            </a:r>
            <a:r>
              <a:rPr lang="ko-KR" altLang="en-US" sz="900" spc="-80" dirty="0" err="1">
                <a:solidFill>
                  <a:schemeClr val="tx1"/>
                </a:solidFill>
                <a:latin typeface="+mn-ea"/>
              </a:rPr>
              <a:t>홍윤석성도</a:t>
            </a:r>
            <a:r>
              <a:rPr lang="ko-KR" altLang="en-US" sz="900" spc="-8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80" dirty="0" err="1">
                <a:solidFill>
                  <a:schemeClr val="tx1"/>
                </a:solidFill>
                <a:latin typeface="+mn-ea"/>
              </a:rPr>
              <a:t>황미경권사</a:t>
            </a:r>
            <a:endParaRPr lang="ko-KR" altLang="en-US" sz="900" spc="-8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EE66C20-CB91-ACF0-9DD4-3F67106B321A}"/>
              </a:ext>
            </a:extLst>
          </p:cNvPr>
          <p:cNvSpPr/>
          <p:nvPr/>
        </p:nvSpPr>
        <p:spPr>
          <a:xfrm>
            <a:off x="378637" y="3680077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 err="1">
                <a:solidFill>
                  <a:srgbClr val="3325E7"/>
                </a:solidFill>
                <a:latin typeface="+mn-ea"/>
              </a:rPr>
              <a:t>성민글로벌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육가공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]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안동화장로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AD10D5D-F0BD-F636-B0E2-377C82E05775}"/>
              </a:ext>
            </a:extLst>
          </p:cNvPr>
          <p:cNvSpPr/>
          <p:nvPr/>
        </p:nvSpPr>
        <p:spPr>
          <a:xfrm>
            <a:off x="373872" y="3203203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 err="1">
                <a:solidFill>
                  <a:srgbClr val="3325E7"/>
                </a:solidFill>
                <a:latin typeface="+mn-ea"/>
              </a:rPr>
              <a:t>이윰인테리어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] 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송병국성도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홍인표집사</a:t>
            </a:r>
            <a:endParaRPr lang="ko-KR" altLang="en-US" sz="9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0F4477F-49B4-2B68-4082-7EF0998A5DA9}"/>
              </a:ext>
            </a:extLst>
          </p:cNvPr>
          <p:cNvSpPr/>
          <p:nvPr/>
        </p:nvSpPr>
        <p:spPr>
          <a:xfrm>
            <a:off x="375235" y="3918174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 err="1">
                <a:solidFill>
                  <a:srgbClr val="3325E7"/>
                </a:solidFill>
                <a:latin typeface="+mn-ea"/>
              </a:rPr>
              <a:t>나무꾼장작조경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]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최성노성도</a:t>
            </a:r>
            <a:endParaRPr lang="ko-KR" altLang="en-US" sz="9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16B03B-44B2-E3E9-2EAF-5170A5B4B747}"/>
              </a:ext>
            </a:extLst>
          </p:cNvPr>
          <p:cNvSpPr/>
          <p:nvPr/>
        </p:nvSpPr>
        <p:spPr>
          <a:xfrm>
            <a:off x="371313" y="822918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>
                <a:solidFill>
                  <a:srgbClr val="3325E7"/>
                </a:solidFill>
                <a:latin typeface="+mn-ea"/>
              </a:rPr>
              <a:t>파워사우나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]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김명득권사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 홍재용성도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ABC769A-DCF0-65BF-0C4B-14D739A02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3861" y="-1165197"/>
            <a:ext cx="2227853" cy="138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BAB85E1F-732C-2FC3-1762-7C45BDBD0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7599" y="-247637"/>
            <a:ext cx="1069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7CE2E1-6342-1A7D-62B7-34D88218A8E2}"/>
              </a:ext>
            </a:extLst>
          </p:cNvPr>
          <p:cNvSpPr/>
          <p:nvPr/>
        </p:nvSpPr>
        <p:spPr>
          <a:xfrm>
            <a:off x="369817" y="1292625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>
                <a:solidFill>
                  <a:srgbClr val="3325E7"/>
                </a:solidFill>
                <a:latin typeface="+mn-ea"/>
              </a:rPr>
              <a:t>규리농원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]  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김성수성도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 </a:t>
            </a:r>
            <a:endParaRPr lang="ko-KR" altLang="en-US" sz="9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0F4FC2-83A2-946E-5C46-250FD2AE29D9}"/>
              </a:ext>
            </a:extLst>
          </p:cNvPr>
          <p:cNvSpPr/>
          <p:nvPr/>
        </p:nvSpPr>
        <p:spPr>
          <a:xfrm>
            <a:off x="372703" y="3440704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>
                <a:solidFill>
                  <a:srgbClr val="3325E7"/>
                </a:solidFill>
                <a:latin typeface="+mn-ea"/>
              </a:rPr>
              <a:t>미래의전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상조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]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송한수성도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3F3FEEF-1082-A2AE-F410-1AD9F66610DB}"/>
              </a:ext>
            </a:extLst>
          </p:cNvPr>
          <p:cNvSpPr/>
          <p:nvPr/>
        </p:nvSpPr>
        <p:spPr>
          <a:xfrm>
            <a:off x="372470" y="2963758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>
                <a:solidFill>
                  <a:srgbClr val="3325E7"/>
                </a:solidFill>
                <a:latin typeface="+mn-ea"/>
              </a:rPr>
              <a:t>고재가구소아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] 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백만선성도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김경희성도</a:t>
            </a:r>
            <a:endParaRPr lang="ko-KR" altLang="en-US" sz="9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006CF8-59FB-E80E-C4D1-507899346067}"/>
              </a:ext>
            </a:extLst>
          </p:cNvPr>
          <p:cNvSpPr txBox="1"/>
          <p:nvPr/>
        </p:nvSpPr>
        <p:spPr>
          <a:xfrm>
            <a:off x="3114452" y="4104847"/>
            <a:ext cx="205574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spc="-50" dirty="0">
                <a:latin typeface="+mn-ea"/>
              </a:rPr>
              <a:t>시무장로 </a:t>
            </a:r>
            <a:r>
              <a:rPr lang="en-US" altLang="ko-KR" sz="800" spc="-50" dirty="0">
                <a:latin typeface="+mn-ea"/>
              </a:rPr>
              <a:t>|</a:t>
            </a:r>
            <a:r>
              <a:rPr lang="en-US" altLang="ko-KR" sz="900" spc="-50" dirty="0">
                <a:latin typeface="+mn-ea"/>
              </a:rPr>
              <a:t>  </a:t>
            </a:r>
            <a:r>
              <a:rPr lang="ko-KR" altLang="en-US" sz="900" spc="-50" dirty="0">
                <a:latin typeface="+mn-ea"/>
              </a:rPr>
              <a:t>안동화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D7436F-781D-3A17-3C92-9D62DFE979FB}"/>
              </a:ext>
            </a:extLst>
          </p:cNvPr>
          <p:cNvSpPr/>
          <p:nvPr/>
        </p:nvSpPr>
        <p:spPr>
          <a:xfrm>
            <a:off x="378388" y="4392752"/>
            <a:ext cx="2160000" cy="180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1000" spc="-50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900" spc="-50" dirty="0">
                <a:solidFill>
                  <a:srgbClr val="3325E7"/>
                </a:solidFill>
                <a:latin typeface="+mn-ea"/>
              </a:rPr>
              <a:t>따뜻한 한상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spc="-50" dirty="0">
                <a:solidFill>
                  <a:schemeClr val="tx1"/>
                </a:solidFill>
                <a:latin typeface="+mn-ea"/>
              </a:rPr>
              <a:t>식당</a:t>
            </a:r>
            <a:r>
              <a:rPr lang="en-US" altLang="ko-KR" sz="900" spc="-50" dirty="0">
                <a:solidFill>
                  <a:schemeClr val="tx1"/>
                </a:solidFill>
                <a:latin typeface="+mn-ea"/>
              </a:rPr>
              <a:t>)]  </a:t>
            </a:r>
            <a:r>
              <a:rPr lang="ko-KR" altLang="en-US" sz="900" spc="-50" dirty="0" err="1">
                <a:solidFill>
                  <a:schemeClr val="tx1"/>
                </a:solidFill>
                <a:latin typeface="+mn-ea"/>
              </a:rPr>
              <a:t>홍혜림집사</a:t>
            </a:r>
            <a:endParaRPr lang="ko-KR" altLang="en-US" sz="9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9E4544-D0C0-2D7A-B7A2-283CE5E39EAA}"/>
              </a:ext>
            </a:extLst>
          </p:cNvPr>
          <p:cNvSpPr/>
          <p:nvPr/>
        </p:nvSpPr>
        <p:spPr>
          <a:xfrm>
            <a:off x="236111" y="5098630"/>
            <a:ext cx="2432485" cy="2282401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6350" cmpd="sng">
            <a:solidFill>
              <a:srgbClr val="F7DF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-150" normalizeH="0" baseline="0" noProof="0" dirty="0">
                <a:ln>
                  <a:noFill/>
                </a:ln>
                <a:solidFill>
                  <a:srgbClr val="1E13A9"/>
                </a:solidFill>
                <a:effectLst/>
                <a:uLnTx/>
                <a:uFillTx/>
                <a:latin typeface="맑은 고딕"/>
                <a:ea typeface="나눔고딕" pitchFamily="50" charset="-127"/>
                <a:cs typeface="+mn-cs"/>
              </a:rPr>
              <a:t>111</a:t>
            </a:r>
            <a:r>
              <a:rPr kumimoji="0" lang="ko-KR" altLang="en-US" sz="1100" b="1" i="0" u="none" strike="noStrike" kern="1200" cap="none" spc="-150" normalizeH="0" baseline="0" noProof="0" dirty="0">
                <a:ln>
                  <a:noFill/>
                </a:ln>
                <a:solidFill>
                  <a:srgbClr val="1E13A9"/>
                </a:solidFill>
                <a:effectLst/>
                <a:uLnTx/>
                <a:uFillTx/>
                <a:latin typeface="맑은 고딕"/>
                <a:ea typeface="나눔고딕" pitchFamily="50" charset="-127"/>
                <a:cs typeface="+mn-cs"/>
              </a:rPr>
              <a:t>나도전도 </a:t>
            </a:r>
            <a:r>
              <a:rPr kumimoji="0" lang="en-US" altLang="ko-KR" sz="1100" b="1" i="0" u="none" strike="noStrike" kern="1200" cap="none" spc="-150" normalizeH="0" baseline="0" noProof="0" dirty="0">
                <a:ln>
                  <a:noFill/>
                </a:ln>
                <a:solidFill>
                  <a:srgbClr val="1E13A9"/>
                </a:solidFill>
                <a:effectLst/>
                <a:uLnTx/>
                <a:uFillTx/>
                <a:latin typeface="맑은 고딕"/>
                <a:ea typeface="나눔고딕" pitchFamily="50" charset="-127"/>
                <a:cs typeface="+mn-cs"/>
              </a:rPr>
              <a:t>2026</a:t>
            </a:r>
            <a:r>
              <a:rPr kumimoji="0" lang="ko-KR" altLang="en-US" sz="1100" b="1" i="0" u="none" strike="noStrike" kern="1200" cap="none" spc="-150" normalizeH="0" baseline="0" noProof="0" dirty="0">
                <a:ln>
                  <a:noFill/>
                </a:ln>
                <a:solidFill>
                  <a:srgbClr val="1E13A9"/>
                </a:solidFill>
                <a:effectLst/>
                <a:uLnTx/>
                <a:uFillTx/>
                <a:latin typeface="맑은 고딕"/>
                <a:ea typeface="나눔고딕" pitchFamily="50" charset="-127"/>
                <a:cs typeface="+mn-cs"/>
              </a:rPr>
              <a:t>년 초청현황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&lt;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밑줄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등록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&gt;</a:t>
            </a:r>
          </a:p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lvl="0"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[</a:t>
            </a:r>
            <a:r>
              <a:rPr kumimoji="0" lang="en-US" altLang="ko-KR" sz="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]  </a:t>
            </a:r>
            <a:r>
              <a:rPr kumimoji="0" lang="ko-KR" altLang="en-US" sz="900" b="0" i="0" u="sng" strike="noStrike" kern="1200" cap="none" spc="0" normalizeH="0" baseline="0" noProof="0" dirty="0" err="1">
                <a:ln>
                  <a:noFill/>
                </a:ln>
                <a:solidFill>
                  <a:srgbClr val="3325E7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백만선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안동화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  </a:t>
            </a:r>
            <a:r>
              <a:rPr kumimoji="0" lang="ko-KR" alt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3325E7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김경희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김채하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</a:t>
            </a:r>
            <a:endParaRPr lang="en-US" altLang="ko-KR" sz="9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[</a:t>
            </a:r>
            <a:r>
              <a:rPr lang="en-US" altLang="ko-KR" sz="95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01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월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]  </a:t>
            </a:r>
            <a:r>
              <a:rPr lang="ko-KR" altLang="en-US" sz="900" u="sng" dirty="0">
                <a:solidFill>
                  <a:srgbClr val="3325E7"/>
                </a:solidFill>
              </a:rPr>
              <a:t>김우진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자진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     </a:t>
            </a:r>
            <a:r>
              <a:rPr lang="ko-KR" altLang="en-US" sz="900" u="sng" dirty="0">
                <a:solidFill>
                  <a:srgbClr val="3325E7"/>
                </a:solidFill>
              </a:rPr>
              <a:t>유선화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자진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          </a:t>
            </a:r>
            <a:r>
              <a:rPr lang="ko-KR" altLang="en-US" sz="900" u="sng" dirty="0" err="1">
                <a:solidFill>
                  <a:srgbClr val="3325E7"/>
                </a:solidFill>
              </a:rPr>
              <a:t>박도식</a:t>
            </a:r>
            <a:r>
              <a:rPr lang="en-US" altLang="ko-KR" sz="900" dirty="0">
                <a:solidFill>
                  <a:prstClr val="black"/>
                </a:solidFill>
              </a:rPr>
              <a:t>(</a:t>
            </a:r>
            <a:r>
              <a:rPr lang="ko-KR" altLang="en-US" sz="900" dirty="0">
                <a:solidFill>
                  <a:prstClr val="black"/>
                </a:solidFill>
              </a:rPr>
              <a:t>자진</a:t>
            </a:r>
            <a:r>
              <a:rPr lang="en-US" altLang="ko-KR" sz="900" dirty="0">
                <a:solidFill>
                  <a:prstClr val="black"/>
                </a:solidFill>
              </a:rPr>
              <a:t>)      </a:t>
            </a:r>
            <a:r>
              <a:rPr lang="ko-KR" altLang="en-US" sz="900" u="sng" dirty="0">
                <a:solidFill>
                  <a:srgbClr val="3325E7"/>
                </a:solidFill>
              </a:rPr>
              <a:t>이영자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박영순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          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윤순자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김명숙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  </a:t>
            </a:r>
            <a:r>
              <a:rPr lang="ko-KR" altLang="en-US" sz="900" u="sng" dirty="0" err="1">
                <a:solidFill>
                  <a:srgbClr val="3325E7"/>
                </a:solidFill>
              </a:rPr>
              <a:t>홍혜림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김정란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[</a:t>
            </a:r>
            <a:r>
              <a:rPr lang="en-US" altLang="ko-KR" sz="95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02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월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]  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이정선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신희숙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  </a:t>
            </a:r>
            <a:r>
              <a:rPr lang="ko-KR" altLang="en-US" sz="9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채수희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최경미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          </a:t>
            </a:r>
            <a:r>
              <a:rPr lang="ko-KR" altLang="en-US" sz="9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허재홍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이병록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  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박명숙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김임순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[03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월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]  </a:t>
            </a:r>
            <a:r>
              <a:rPr lang="ko-KR" altLang="en-US" sz="9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조점진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자진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     </a:t>
            </a:r>
            <a:r>
              <a:rPr lang="ko-KR" altLang="en-US" sz="900" u="sng" dirty="0">
                <a:solidFill>
                  <a:srgbClr val="3325E7"/>
                </a:solidFill>
              </a:rPr>
              <a:t>한미선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자진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          </a:t>
            </a:r>
            <a:r>
              <a:rPr lang="ko-KR" altLang="en-US" sz="900" u="sng" dirty="0">
                <a:solidFill>
                  <a:srgbClr val="3325E7"/>
                </a:solidFill>
              </a:rPr>
              <a:t>최주연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김임순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  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이정명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유종열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          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임명수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김영연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  </a:t>
            </a:r>
            <a:r>
              <a:rPr lang="ko-KR" altLang="en-US" sz="9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선정윤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구혜경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          </a:t>
            </a:r>
            <a:r>
              <a:rPr lang="ko-KR" altLang="en-US" sz="9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한송자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자진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     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정진희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한미선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[04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월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]  </a:t>
            </a:r>
            <a:r>
              <a:rPr lang="ko-KR" altLang="en-US" sz="900" u="sng" dirty="0">
                <a:solidFill>
                  <a:srgbClr val="3325E7"/>
                </a:solidFill>
              </a:rPr>
              <a:t>정진희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한미선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  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류명숙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김명득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          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김민지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이점순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  </a:t>
            </a:r>
            <a:r>
              <a:rPr lang="ko-KR" altLang="en-US" sz="9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시상원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김정숙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          </a:t>
            </a:r>
            <a:r>
              <a:rPr lang="ko-KR" altLang="en-US" sz="9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한송자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자진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      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이정명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유종열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</a:p>
          <a:p>
            <a:pPr lvl="0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        &lt;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어</a:t>
            </a:r>
            <a:r>
              <a:rPr lang="en-US" altLang="ko-KR" sz="9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·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중</a:t>
            </a:r>
            <a:r>
              <a:rPr lang="en-US" altLang="ko-KR" sz="900" b="1" dirty="0">
                <a:solidFill>
                  <a:prstClr val="black"/>
                </a:solidFill>
              </a:rPr>
              <a:t>·</a:t>
            </a:r>
            <a:r>
              <a:rPr lang="ko-KR" altLang="en-US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고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&gt; </a:t>
            </a:r>
            <a:r>
              <a:rPr lang="ko-KR" altLang="en-US" sz="9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이하룩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김임순</a:t>
            </a: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EC40DC4-5559-B943-EF21-6BF1D6CAB3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775" y="5810400"/>
            <a:ext cx="1530000" cy="7524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E5EFB93-B172-199B-BD43-5E76BF92ED0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400" y="802800"/>
            <a:ext cx="968400" cy="2628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5ED476A-72E4-F58E-3D87-1C8F514590D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800" y="799200"/>
            <a:ext cx="928800" cy="2628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0F49109-9521-29CF-39FC-6B990804D6F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521" y="139914"/>
            <a:ext cx="3523312" cy="19708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E210B75D-BC61-4ECC-BC8A-78C58AF3A195}"/>
              </a:ext>
            </a:extLst>
          </p:cNvPr>
          <p:cNvSpPr txBox="1"/>
          <p:nvPr/>
        </p:nvSpPr>
        <p:spPr>
          <a:xfrm>
            <a:off x="8071291" y="232575"/>
            <a:ext cx="2348904" cy="293721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72000" rtlCol="0" anchor="ctr" anchorCtr="0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  교회소식</a:t>
            </a:r>
            <a:endParaRPr lang="ko-KR" altLang="en-US" sz="1050" b="1" dirty="0">
              <a:solidFill>
                <a:schemeClr val="tx1">
                  <a:lumMod val="95000"/>
                  <a:lumOff val="5000"/>
                </a:schemeClr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F0509718-F6F8-43BA-93A6-3806846EA2C3}"/>
              </a:ext>
            </a:extLst>
          </p:cNvPr>
          <p:cNvSpPr/>
          <p:nvPr/>
        </p:nvSpPr>
        <p:spPr>
          <a:xfrm>
            <a:off x="4198033" y="6161191"/>
            <a:ext cx="3400282" cy="1146537"/>
          </a:xfrm>
          <a:prstGeom prst="rect">
            <a:avLst/>
          </a:prstGeom>
          <a:noFill/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pc="-5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30B947AC-ECC5-4F3B-BCA8-0AC6EAF465E2}"/>
              </a:ext>
            </a:extLst>
          </p:cNvPr>
          <p:cNvSpPr/>
          <p:nvPr/>
        </p:nvSpPr>
        <p:spPr>
          <a:xfrm>
            <a:off x="5139039" y="6226526"/>
            <a:ext cx="2405337" cy="172823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식사준비 및</a:t>
            </a:r>
            <a:r>
              <a:rPr lang="en-US" altLang="ko-KR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설거지 봉사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30BD8A18-5AEC-4651-AF01-A6254CB80436}"/>
              </a:ext>
            </a:extLst>
          </p:cNvPr>
          <p:cNvSpPr/>
          <p:nvPr/>
        </p:nvSpPr>
        <p:spPr>
          <a:xfrm>
            <a:off x="4247478" y="6225114"/>
            <a:ext cx="808628" cy="17190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수요기도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87AA4F1-7072-484D-A42E-C88D2075D994}"/>
              </a:ext>
            </a:extLst>
          </p:cNvPr>
          <p:cNvSpPr txBox="1"/>
          <p:nvPr/>
        </p:nvSpPr>
        <p:spPr>
          <a:xfrm>
            <a:off x="5141864" y="6435118"/>
            <a:ext cx="2402512" cy="3154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이번주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|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가정주일 </a:t>
            </a:r>
            <a:endParaRPr kumimoji="0" lang="en-US" altLang="ko-KR" sz="1000" b="0" i="0" u="none" strike="noStrike" kern="1200" cap="none" spc="-5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lvl="0"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다음주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| </a:t>
            </a:r>
            <a:r>
              <a:rPr kumimoji="0" lang="en-US" altLang="ko-KR" sz="105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목장</a:t>
            </a:r>
            <a:r>
              <a:rPr kumimoji="0" lang="ko-KR" altLang="en-US" sz="5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어윤송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이충옥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이원도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구혜경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외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000" spc="-5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EED7DE1-0182-4532-AE2C-F936028EE613}"/>
              </a:ext>
            </a:extLst>
          </p:cNvPr>
          <p:cNvSpPr txBox="1"/>
          <p:nvPr/>
        </p:nvSpPr>
        <p:spPr>
          <a:xfrm>
            <a:off x="4672369" y="6795514"/>
            <a:ext cx="2952327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5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09</a:t>
            </a:r>
            <a:r>
              <a:rPr lang="ko-KR" altLang="en-US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시</a:t>
            </a:r>
            <a:r>
              <a:rPr lang="ko-KR" altLang="en-US" sz="900" spc="-50" dirty="0">
                <a:latin typeface="+mn-ea"/>
              </a:rPr>
              <a:t> </a:t>
            </a:r>
            <a:r>
              <a:rPr lang="en-US" altLang="ko-KR" sz="900" spc="-50" dirty="0">
                <a:latin typeface="+mn-ea"/>
              </a:rPr>
              <a:t>|</a:t>
            </a:r>
            <a:r>
              <a:rPr lang="ko-KR" altLang="en-US" sz="900" spc="-50" dirty="0">
                <a:latin typeface="맑은 고딕" panose="020B0503020000020004" pitchFamily="50" charset="-127"/>
              </a:rPr>
              <a:t> 안내 </a:t>
            </a:r>
            <a:r>
              <a:rPr lang="ko-KR" altLang="en-US" sz="1000" spc="-1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정순옥</a:t>
            </a:r>
            <a:r>
              <a:rPr lang="ko-KR" altLang="en-US" sz="1000" spc="-50" dirty="0">
                <a:latin typeface="맑은 고딕" panose="020B0503020000020004" pitchFamily="50" charset="-127"/>
              </a:rPr>
              <a:t> </a:t>
            </a:r>
            <a:r>
              <a:rPr lang="en-US" altLang="ko-KR" sz="1000" spc="-50" dirty="0">
                <a:latin typeface="맑은 고딕" panose="020B0503020000020004" pitchFamily="50" charset="-127"/>
              </a:rPr>
              <a:t>/ </a:t>
            </a:r>
            <a:r>
              <a:rPr lang="ko-KR" altLang="en-US" sz="900" spc="-50" dirty="0">
                <a:latin typeface="맑은 고딕" panose="020B0503020000020004" pitchFamily="50" charset="-127"/>
              </a:rPr>
              <a:t>헌금</a:t>
            </a:r>
            <a:r>
              <a:rPr lang="ko-KR" altLang="en-US" sz="1000" spc="-50" dirty="0">
                <a:latin typeface="맑은 고딕" panose="020B0503020000020004" pitchFamily="50" charset="-127"/>
              </a:rPr>
              <a:t> </a:t>
            </a:r>
            <a:r>
              <a:rPr lang="ko-KR" altLang="en-US" sz="1000" spc="-12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김리라</a:t>
            </a:r>
            <a:endParaRPr lang="en-US" altLang="ko-KR" sz="1000" spc="-1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50" spc="-50" dirty="0">
                <a:latin typeface="+mn-ea"/>
              </a:rPr>
              <a:t>11</a:t>
            </a:r>
            <a:r>
              <a:rPr lang="ko-KR" altLang="en-US" sz="900" spc="-50" dirty="0">
                <a:latin typeface="+mn-ea"/>
              </a:rPr>
              <a:t>시 </a:t>
            </a:r>
            <a:r>
              <a:rPr lang="en-US" altLang="ko-KR" sz="900" spc="-50" dirty="0">
                <a:latin typeface="+mn-ea"/>
              </a:rPr>
              <a:t>|</a:t>
            </a:r>
            <a:r>
              <a:rPr lang="en-US" altLang="ko-KR" sz="900" dirty="0">
                <a:latin typeface="+mn-ea"/>
              </a:rPr>
              <a:t> </a:t>
            </a:r>
            <a:r>
              <a:rPr lang="ko-KR" altLang="en-US" sz="900" dirty="0">
                <a:latin typeface="+mn-ea"/>
              </a:rPr>
              <a:t>안내</a:t>
            </a:r>
            <a:r>
              <a:rPr lang="en-US" altLang="ko-KR" sz="900" dirty="0">
                <a:latin typeface="+mn-ea"/>
              </a:rPr>
              <a:t>-</a:t>
            </a:r>
            <a:r>
              <a:rPr lang="ko-KR" altLang="en-US" sz="1000" spc="-1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안동화 유종열 이경숙 </a:t>
            </a:r>
            <a:r>
              <a:rPr lang="ko-KR" altLang="en-US" sz="1000" spc="-12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신희숙</a:t>
            </a:r>
            <a:endParaRPr lang="en-US" altLang="ko-KR" sz="1000" spc="-1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50" dirty="0">
                <a:latin typeface="+mn-ea"/>
              </a:rPr>
              <a:t>        </a:t>
            </a:r>
            <a:r>
              <a:rPr lang="en-US" altLang="ko-KR" sz="1000" spc="-200" dirty="0">
                <a:latin typeface="+mn-ea"/>
              </a:rPr>
              <a:t> </a:t>
            </a:r>
            <a:r>
              <a:rPr lang="ko-KR" altLang="en-US" sz="900" spc="-50" dirty="0">
                <a:latin typeface="+mn-ea"/>
              </a:rPr>
              <a:t>헌금</a:t>
            </a:r>
            <a:r>
              <a:rPr lang="en-US" altLang="ko-KR" sz="900" spc="-50" dirty="0">
                <a:latin typeface="+mn-ea"/>
              </a:rPr>
              <a:t>-</a:t>
            </a:r>
            <a:r>
              <a:rPr lang="ko-KR" altLang="en-US" sz="900" spc="-50" dirty="0">
                <a:latin typeface="+mn-ea"/>
              </a:rPr>
              <a:t>이번주</a:t>
            </a:r>
            <a:r>
              <a:rPr lang="ko-KR" altLang="en-US" sz="900" spc="-100" dirty="0">
                <a:latin typeface="+mn-ea"/>
              </a:rPr>
              <a:t> </a:t>
            </a:r>
            <a:r>
              <a:rPr lang="en-US" altLang="ko-KR" sz="900" spc="-100" dirty="0">
                <a:latin typeface="+mn-ea"/>
              </a:rPr>
              <a:t>: </a:t>
            </a:r>
            <a:r>
              <a:rPr lang="ko-KR" altLang="en-US" sz="1000" spc="-12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김종순</a:t>
            </a:r>
            <a:r>
              <a:rPr lang="ko-KR" altLang="en-US" sz="1000" spc="-1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spc="-12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한재숙</a:t>
            </a:r>
            <a:r>
              <a:rPr lang="ko-KR" altLang="en-US" sz="1000" spc="-1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spc="-50" dirty="0">
                <a:latin typeface="+mn-ea"/>
              </a:rPr>
              <a:t>/ </a:t>
            </a:r>
            <a:r>
              <a:rPr lang="ko-KR" altLang="en-US" sz="900" spc="-50" dirty="0">
                <a:latin typeface="+mn-ea"/>
              </a:rPr>
              <a:t>다음주</a:t>
            </a:r>
            <a:r>
              <a:rPr lang="ko-KR" altLang="en-US" sz="900" spc="-100" dirty="0">
                <a:latin typeface="+mn-ea"/>
              </a:rPr>
              <a:t> </a:t>
            </a:r>
            <a:r>
              <a:rPr lang="en-US" altLang="ko-KR" sz="900" spc="-100" dirty="0">
                <a:latin typeface="+mn-ea"/>
              </a:rPr>
              <a:t>:</a:t>
            </a:r>
            <a:r>
              <a:rPr lang="ko-KR" altLang="en-US" sz="1000" spc="-100" dirty="0">
                <a:latin typeface="+mn-ea"/>
              </a:rPr>
              <a:t> </a:t>
            </a:r>
            <a:r>
              <a:rPr lang="ko-KR" altLang="en-US" sz="1000" spc="-12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김종순</a:t>
            </a:r>
            <a:r>
              <a:rPr lang="ko-KR" altLang="en-US" sz="1000" spc="-1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최경미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BF9832E-27F6-4145-93E0-FEF915C8D702}"/>
              </a:ext>
            </a:extLst>
          </p:cNvPr>
          <p:cNvSpPr/>
          <p:nvPr/>
        </p:nvSpPr>
        <p:spPr>
          <a:xfrm>
            <a:off x="4262780" y="6809725"/>
            <a:ext cx="348932" cy="434986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안내</a:t>
            </a:r>
            <a:endParaRPr lang="en-US" altLang="ko-KR" sz="1000" spc="-5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ctr"/>
            <a:r>
              <a:rPr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헌금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3DF79B-F975-4D6C-BC9C-6E43109BC8B0}"/>
              </a:ext>
            </a:extLst>
          </p:cNvPr>
          <p:cNvSpPr txBox="1"/>
          <p:nvPr/>
        </p:nvSpPr>
        <p:spPr>
          <a:xfrm>
            <a:off x="4181252" y="4650971"/>
            <a:ext cx="3423568" cy="355276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72000" rtlCol="0" anchor="ctr" anchorCtr="0">
            <a:spAutoFit/>
          </a:bodyPr>
          <a:lstStyle/>
          <a:p>
            <a:r>
              <a:rPr lang="ko-KR" altLang="en-US" sz="1600" b="1" dirty="0">
                <a:solidFill>
                  <a:srgbClr val="3325E7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 </a:t>
            </a:r>
            <a:r>
              <a:rPr lang="ko-KR" altLang="en-US" sz="1400" b="1" dirty="0"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부르짖는</a:t>
            </a:r>
            <a:r>
              <a:rPr lang="ko-KR" altLang="en-US" sz="1400" b="1" dirty="0">
                <a:solidFill>
                  <a:srgbClr val="3325E7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금요기도회</a:t>
            </a:r>
            <a:r>
              <a:rPr lang="ko-KR" altLang="en-US" sz="1200" b="1" dirty="0"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나눔고딕" pitchFamily="50" charset="-127"/>
              </a:rPr>
              <a:t>  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9C2394-ED28-422C-9073-040753BDF42A}"/>
              </a:ext>
            </a:extLst>
          </p:cNvPr>
          <p:cNvSpPr txBox="1"/>
          <p:nvPr/>
        </p:nvSpPr>
        <p:spPr>
          <a:xfrm>
            <a:off x="6337704" y="4755528"/>
            <a:ext cx="1116000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ko-KR" altLang="en-US" sz="1000" b="1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오후 </a:t>
            </a:r>
            <a:r>
              <a:rPr lang="en-US" altLang="ko-KR" sz="1050" b="1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8:00</a:t>
            </a:r>
            <a:endParaRPr lang="ko-KR" altLang="en-US" sz="1000" b="1" spc="-5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056065-8A13-24C4-B814-C62DA67FD3F6}"/>
              </a:ext>
            </a:extLst>
          </p:cNvPr>
          <p:cNvSpPr txBox="1"/>
          <p:nvPr/>
        </p:nvSpPr>
        <p:spPr>
          <a:xfrm>
            <a:off x="8071291" y="1435561"/>
            <a:ext cx="2502808" cy="59747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43056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111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나도전도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월 선포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오늘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초청장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초청선물 배부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                 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나의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한영혼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섬김 계획서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’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작성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이번 주간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초청대상자 섬기기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초청 예배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마지막 주일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1" dirty="0"/>
              <a:t>사역들   </a:t>
            </a:r>
            <a:r>
              <a:rPr lang="ko-KR" altLang="en-US" sz="1000" dirty="0">
                <a:solidFill>
                  <a:prstClr val="black"/>
                </a:solidFill>
              </a:rPr>
              <a:t>“많은 참여와 기도 바랍니다</a:t>
            </a:r>
            <a:r>
              <a:rPr lang="en-US" altLang="ko-KR" sz="1000" dirty="0">
                <a:solidFill>
                  <a:prstClr val="black"/>
                </a:solidFill>
              </a:rPr>
              <a:t>!”</a:t>
            </a:r>
            <a:endParaRPr lang="en-US" altLang="ko-KR" sz="1000" b="1" dirty="0"/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•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새가족섬기미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매주일 오전예배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전</a:t>
            </a:r>
            <a:r>
              <a:rPr kumimoji="0" lang="ko-KR" altLang="en-US" sz="10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∙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후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•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목장모임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목장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• 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커피전도 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이번주 </a:t>
            </a:r>
            <a:r>
              <a:rPr lang="en-US" altLang="ko-KR" sz="105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8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일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금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), </a:t>
            </a:r>
            <a:r>
              <a:rPr lang="en-US" altLang="ko-KR" sz="105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6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목장</a:t>
            </a:r>
            <a:endParaRPr lang="en-US" altLang="ko-KR" sz="10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•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식사준비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이번주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),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목장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부르짖는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금요기도회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매주 금 저녁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시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설교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“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성령의 열매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”</a:t>
            </a:r>
          </a:p>
          <a:p>
            <a:pPr marL="0" marR="0" lvl="0" indent="0" algn="l" defTabSz="1043056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성품훈련학교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“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팀리더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필수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훈련과정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”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기간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월</a:t>
            </a:r>
            <a:r>
              <a:rPr kumimoji="0" lang="en-US" altLang="ko-KR" sz="105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~</a:t>
            </a:r>
            <a:r>
              <a:rPr kumimoji="0" lang="en-US" altLang="ko-KR" sz="105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월</a:t>
            </a:r>
            <a:r>
              <a:rPr kumimoji="0" lang="en-US" altLang="ko-KR" sz="105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24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</a:t>
            </a:r>
            <a:r>
              <a:rPr kumimoji="0" lang="ko-KR" altLang="en-US" sz="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매주</a:t>
            </a:r>
            <a:r>
              <a:rPr kumimoji="0" lang="ko-KR" altLang="en-US" sz="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수요예배시</a:t>
            </a:r>
            <a:endParaRPr kumimoji="0" lang="en-US" altLang="ko-KR" sz="1000" b="0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b="1" spc="-50" dirty="0">
                <a:solidFill>
                  <a:prstClr val="black"/>
                </a:solidFill>
              </a:rPr>
              <a:t>5</a:t>
            </a:r>
            <a:r>
              <a:rPr lang="en-US" altLang="ko-KR" sz="1000" b="1" spc="-50" dirty="0">
                <a:solidFill>
                  <a:prstClr val="black"/>
                </a:solidFill>
              </a:rPr>
              <a:t>. </a:t>
            </a:r>
            <a:r>
              <a:rPr lang="ko-KR" altLang="en-US" sz="1000" b="1" spc="-50" dirty="0">
                <a:solidFill>
                  <a:prstClr val="black"/>
                </a:solidFill>
              </a:rPr>
              <a:t>일본선교여행 단기선교팀 </a:t>
            </a:r>
            <a:r>
              <a:rPr lang="en-US" altLang="ko-KR" sz="1050" b="1" spc="-50" dirty="0">
                <a:solidFill>
                  <a:prstClr val="black"/>
                </a:solidFill>
              </a:rPr>
              <a:t>3</a:t>
            </a:r>
            <a:r>
              <a:rPr lang="ko-KR" altLang="en-US" sz="1000" b="1" spc="-50" dirty="0">
                <a:solidFill>
                  <a:prstClr val="black"/>
                </a:solidFill>
              </a:rPr>
              <a:t>차 준비모임</a:t>
            </a:r>
            <a:endParaRPr lang="en-US" altLang="ko-KR" sz="1000" b="1" spc="-50" dirty="0">
              <a:solidFill>
                <a:prstClr val="black"/>
              </a:solidFill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일시 </a:t>
            </a: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lang="en-US" altLang="ko-KR" sz="105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31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일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주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오후 </a:t>
            </a:r>
            <a:r>
              <a:rPr kumimoji="0" lang="en-US" altLang="ko-KR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시</a:t>
            </a:r>
            <a:r>
              <a:rPr kumimoji="0" lang="en-US" altLang="ko-KR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30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분 </a:t>
            </a: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사무실</a:t>
            </a:r>
            <a:endParaRPr kumimoji="0" lang="en-US" altLang="ko-KR" sz="100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 - 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준비 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en-US" altLang="ko-KR" sz="105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2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차 적립금 </a:t>
            </a:r>
            <a:r>
              <a:rPr lang="en-US" altLang="ko-KR" sz="105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20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만원</a:t>
            </a:r>
            <a:endParaRPr kumimoji="0" lang="en-US" altLang="ko-KR" sz="100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※ 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내용</a:t>
            </a: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월 중순 </a:t>
            </a: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후쿠오카</a:t>
            </a: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나가사키</a:t>
            </a:r>
            <a:endParaRPr kumimoji="0" lang="en-US" altLang="ko-KR" sz="100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b="1" baseline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6</a:t>
            </a:r>
            <a:r>
              <a:rPr lang="en-US" altLang="ko-KR" sz="1000" b="1" baseline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. 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퇴촌어린이집 주차장 </a:t>
            </a:r>
            <a:r>
              <a:rPr lang="ko-KR" altLang="en-US" sz="1000" b="1" baseline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주차 안내</a:t>
            </a:r>
            <a:endParaRPr lang="en-US" altLang="ko-KR" sz="1000" b="1" baseline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- </a:t>
            </a:r>
            <a:r>
              <a:rPr lang="ko-KR" altLang="en-US" sz="10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팀리더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차량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,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배려 차원 주차 요망</a:t>
            </a:r>
            <a:endParaRPr lang="en-US" altLang="ko-KR" sz="10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</a:t>
            </a:r>
            <a:r>
              <a:rPr lang="ko-KR" altLang="en-US" sz="10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출차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후 출입문 닫기 주지</a:t>
            </a:r>
            <a:endParaRPr lang="en-US" altLang="ko-KR" sz="10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1043056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어린이주일 잔치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| 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오늘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&lt;</a:t>
            </a:r>
            <a:r>
              <a:rPr lang="ko-KR" altLang="en-US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선물 및 식사</a:t>
            </a:r>
            <a:r>
              <a:rPr lang="en-US" altLang="ko-KR" sz="1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&gt;</a:t>
            </a:r>
            <a:endParaRPr kumimoji="0" lang="en-US" altLang="ko-KR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시 예배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시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애슐리퀸즈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식사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대상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어</a:t>
            </a:r>
            <a:r>
              <a:rPr kumimoji="0" lang="en-US" altLang="ko-KR" sz="1000" b="0" i="0" u="none" strike="noStrike" kern="120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120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중</a:t>
            </a:r>
            <a:r>
              <a:rPr kumimoji="0" lang="en-US" altLang="ko-KR" sz="1000" b="0" i="0" u="none" strike="noStrike" kern="120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120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</a:t>
            </a:r>
            <a:r>
              <a:rPr kumimoji="0" lang="en-US" altLang="ko-KR" sz="1000" b="0" i="0" u="none" strike="noStrike" kern="120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120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청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학부</a:t>
            </a:r>
            <a:r>
              <a:rPr kumimoji="0" lang="ko-KR" altLang="en-US" sz="1000" b="0" i="0" u="none" strike="noStrike" kern="1200" cap="none" spc="-5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모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교육위원회</a:t>
            </a:r>
            <a:r>
              <a:rPr kumimoji="0" lang="en-US" altLang="ko-KR" sz="10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교사</a:t>
            </a:r>
            <a:r>
              <a:rPr kumimoji="0" lang="en-US" altLang="ko-KR" sz="10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1043056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전교인 야유회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여전도회 주관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이번주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오전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시 출발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장소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강화도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대룡시장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조양방직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등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회비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만원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관광버스 교회 지원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※ 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많은 찬조 요망</a:t>
            </a: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/ </a:t>
            </a:r>
            <a:r>
              <a:rPr kumimoji="0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전도대상자 초청 가능</a:t>
            </a:r>
            <a:endParaRPr kumimoji="0" lang="en-US" altLang="ko-KR" sz="10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043056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9. </a:t>
            </a:r>
            <a:r>
              <a:rPr kumimoji="0" lang="en-US" altLang="ko-KR" sz="1050" b="1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000" b="1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월 목회일정</a:t>
            </a:r>
            <a:endParaRPr lang="en-US" altLang="ko-KR" sz="1000" dirty="0"/>
          </a:p>
          <a:p>
            <a:pPr marL="0" marR="0" lvl="0" indent="0" algn="l" defTabSz="1043056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</a:rPr>
              <a:t>  • </a:t>
            </a:r>
            <a:r>
              <a:rPr lang="ko-KR" altLang="en-US" sz="1000" spc="80" dirty="0">
                <a:solidFill>
                  <a:prstClr val="black"/>
                </a:solidFill>
              </a:rPr>
              <a:t>오늘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주</a:t>
            </a:r>
            <a:r>
              <a:rPr lang="en-US" altLang="ko-KR" sz="1000" dirty="0">
                <a:solidFill>
                  <a:prstClr val="black"/>
                </a:solidFill>
              </a:rPr>
              <a:t>) : </a:t>
            </a:r>
            <a:r>
              <a:rPr lang="ko-KR" altLang="en-US" sz="1000" dirty="0">
                <a:solidFill>
                  <a:prstClr val="black"/>
                </a:solidFill>
              </a:rPr>
              <a:t>가정주일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어린이주일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 fontAlgn="base">
              <a:defRPr/>
            </a:pPr>
            <a:r>
              <a:rPr lang="en-US" altLang="ko-KR" sz="1000" dirty="0">
                <a:solidFill>
                  <a:prstClr val="black"/>
                </a:solidFill>
              </a:rPr>
              <a:t>  • </a:t>
            </a:r>
            <a:r>
              <a:rPr lang="en-US" altLang="ko-KR" sz="1050" dirty="0">
                <a:solidFill>
                  <a:prstClr val="black"/>
                </a:solidFill>
              </a:rPr>
              <a:t>10</a:t>
            </a:r>
            <a:r>
              <a:rPr lang="ko-KR" altLang="en-US" sz="1000" dirty="0">
                <a:solidFill>
                  <a:prstClr val="black"/>
                </a:solidFill>
              </a:rPr>
              <a:t>일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주</a:t>
            </a:r>
            <a:r>
              <a:rPr lang="en-US" altLang="ko-KR" sz="1000" dirty="0">
                <a:solidFill>
                  <a:prstClr val="black"/>
                </a:solidFill>
              </a:rPr>
              <a:t>) : </a:t>
            </a:r>
            <a:r>
              <a:rPr lang="ko-KR" altLang="en-US" sz="1000" dirty="0">
                <a:solidFill>
                  <a:prstClr val="black"/>
                </a:solidFill>
              </a:rPr>
              <a:t>어버이주일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선물전달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pPr lvl="0" fontAlgn="base">
              <a:defRPr/>
            </a:pPr>
            <a:r>
              <a:rPr lang="en-US" altLang="ko-KR" sz="1000" spc="-150" dirty="0">
                <a:solidFill>
                  <a:prstClr val="black"/>
                </a:solidFill>
                <a:latin typeface="맑은 고딕" panose="020B0503020000020004" pitchFamily="50" charset="-127"/>
              </a:rPr>
              <a:t>                               </a:t>
            </a:r>
            <a:r>
              <a:rPr lang="ko-KR" altLang="en-US" sz="10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러브데이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선포식</a:t>
            </a:r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F7B431-72E0-E5A8-AD60-A0D32DED164B}"/>
              </a:ext>
            </a:extLst>
          </p:cNvPr>
          <p:cNvSpPr txBox="1"/>
          <p:nvPr/>
        </p:nvSpPr>
        <p:spPr>
          <a:xfrm>
            <a:off x="4257638" y="6434422"/>
            <a:ext cx="8086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</a:rPr>
              <a:t>이번주 </a:t>
            </a:r>
            <a:r>
              <a:rPr lang="en-US" altLang="ko-KR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</a:rPr>
              <a:t>| </a:t>
            </a:r>
            <a:r>
              <a:rPr lang="ko-KR" altLang="en-US" sz="1000" spc="-5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한재숙</a:t>
            </a:r>
            <a:endParaRPr lang="en-US" altLang="ko-KR" sz="1000" spc="-5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/>
            <a:r>
              <a:rPr lang="ko-KR" altLang="en-US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</a:rPr>
              <a:t>다음주</a:t>
            </a:r>
            <a:r>
              <a:rPr lang="en-US" altLang="ko-KR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</a:rPr>
              <a:t> | </a:t>
            </a:r>
            <a:r>
              <a:rPr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</a:rPr>
              <a:t>최경미</a:t>
            </a:r>
            <a:endParaRPr kumimoji="0" lang="en-US" altLang="ko-KR" sz="10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081C58-7914-5A18-D3F2-9FD5C8ED7CF6}"/>
              </a:ext>
            </a:extLst>
          </p:cNvPr>
          <p:cNvSpPr txBox="1"/>
          <p:nvPr/>
        </p:nvSpPr>
        <p:spPr>
          <a:xfrm>
            <a:off x="7977137" y="750325"/>
            <a:ext cx="222572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algn="ctr">
              <a:buSzPct val="100000"/>
            </a:pPr>
            <a:r>
              <a:rPr lang="ko-KR" altLang="en-US" sz="1400" b="1" dirty="0">
                <a:solidFill>
                  <a:srgbClr val="C00000"/>
                </a:solidFill>
                <a:latin typeface="경기천년제목 Medium" panose="02020603020101020101" pitchFamily="18" charset="-127"/>
                <a:ea typeface="휴먼태가람체 전각" panose="02010804000101010101" pitchFamily="2" charset="-127"/>
              </a:rPr>
              <a:t>새가족</a:t>
            </a:r>
            <a:r>
              <a:rPr lang="ko-KR" altLang="en-US" sz="1400" dirty="0">
                <a:solidFill>
                  <a:srgbClr val="C00000"/>
                </a:solidFill>
                <a:latin typeface="경기천년제목 Medium" panose="02020603020101020101" pitchFamily="18" charset="-127"/>
                <a:ea typeface="휴먼태가람체 전각" panose="02010804000101010101" pitchFamily="2" charset="-127"/>
              </a:rPr>
              <a:t>을 </a:t>
            </a:r>
            <a:r>
              <a:rPr lang="ko-KR" altLang="en-US" sz="1400" b="1" dirty="0">
                <a:solidFill>
                  <a:srgbClr val="C00000"/>
                </a:solidFill>
                <a:latin typeface="경기천년제목 Medium" panose="02020603020101020101" pitchFamily="18" charset="-127"/>
                <a:ea typeface="휴먼태가람체 전각" panose="02010804000101010101" pitchFamily="2" charset="-127"/>
              </a:rPr>
              <a:t>환영</a:t>
            </a:r>
            <a:r>
              <a:rPr lang="ko-KR" altLang="en-US" sz="1400" dirty="0">
                <a:solidFill>
                  <a:srgbClr val="C00000"/>
                </a:solidFill>
                <a:latin typeface="경기천년제목 Medium" panose="02020603020101020101" pitchFamily="18" charset="-127"/>
                <a:ea typeface="휴먼태가람체 전각" panose="02010804000101010101" pitchFamily="2" charset="-127"/>
              </a:rPr>
              <a:t>합니다</a:t>
            </a:r>
            <a:r>
              <a:rPr lang="en-US" altLang="ko-KR" sz="1400" dirty="0">
                <a:solidFill>
                  <a:srgbClr val="C00000"/>
                </a:solidFill>
                <a:latin typeface="경기천년제목 Medium" panose="02020603020101020101" pitchFamily="18" charset="-127"/>
                <a:ea typeface="휴먼태가람체 전각" panose="02010804000101010101" pitchFamily="2" charset="-127"/>
              </a:rPr>
              <a:t>~!</a:t>
            </a:r>
            <a:endParaRPr lang="ko-KR" altLang="en-US" sz="1400" dirty="0">
              <a:solidFill>
                <a:srgbClr val="C00000"/>
              </a:solidFill>
              <a:latin typeface="경기천년제목 Medium" panose="02020603020101020101" pitchFamily="18" charset="-127"/>
              <a:ea typeface="휴먼태가람체 전각" panose="02010804000101010101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1CBA9C-F93A-8FB3-044A-F465719CEFDD}"/>
              </a:ext>
            </a:extLst>
          </p:cNvPr>
          <p:cNvSpPr txBox="1"/>
          <p:nvPr/>
        </p:nvSpPr>
        <p:spPr>
          <a:xfrm>
            <a:off x="8180492" y="1021436"/>
            <a:ext cx="2147834" cy="3194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>
              <a:buSzPct val="100000"/>
            </a:pPr>
            <a:r>
              <a:rPr lang="ko-KR" altLang="en-US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HY강M" pitchFamily="18" charset="-127"/>
                <a:ea typeface="HY강M" pitchFamily="18" charset="-127"/>
              </a:rPr>
              <a:t>새로 나오신 분들을 진심으로 환영합니다</a:t>
            </a:r>
            <a:r>
              <a:rPr lang="en-US" altLang="ko-KR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HY강M" pitchFamily="18" charset="-127"/>
                <a:ea typeface="HY강M" pitchFamily="18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SzPct val="100000"/>
            </a:pPr>
            <a:r>
              <a:rPr lang="ko-KR" altLang="en-US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HY강M" pitchFamily="18" charset="-127"/>
                <a:ea typeface="HY강M" pitchFamily="18" charset="-127"/>
              </a:rPr>
              <a:t>새가족등록카드를 작성해 주시기 바랍니다</a:t>
            </a:r>
            <a:r>
              <a:rPr lang="en-US" altLang="ko-KR" sz="8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800" spc="-50" dirty="0">
              <a:solidFill>
                <a:schemeClr val="tx1">
                  <a:lumMod val="95000"/>
                  <a:lumOff val="5000"/>
                </a:schemeClr>
              </a:solidFill>
              <a:latin typeface="HY강M" pitchFamily="18" charset="-127"/>
              <a:ea typeface="HY강M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EEC8C86-06DB-A1B1-18B0-220B2B2274E6}"/>
              </a:ext>
            </a:extLst>
          </p:cNvPr>
          <p:cNvSpPr/>
          <p:nvPr/>
        </p:nvSpPr>
        <p:spPr>
          <a:xfrm>
            <a:off x="8071291" y="676319"/>
            <a:ext cx="2348904" cy="709919"/>
          </a:xfrm>
          <a:prstGeom prst="rect">
            <a:avLst/>
          </a:prstGeom>
          <a:noFill/>
          <a:ln w="63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pc="-5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A0E9B2B-181A-B0BC-EE58-AB3F034CC31D}"/>
              </a:ext>
            </a:extLst>
          </p:cNvPr>
          <p:cNvSpPr/>
          <p:nvPr/>
        </p:nvSpPr>
        <p:spPr>
          <a:xfrm>
            <a:off x="4203032" y="5227074"/>
            <a:ext cx="3395282" cy="906649"/>
          </a:xfrm>
          <a:prstGeom prst="rect">
            <a:avLst/>
          </a:prstGeom>
          <a:noFill/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pc="-5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BC26F3-4132-064B-B0B9-23786ED9EDE1}"/>
              </a:ext>
            </a:extLst>
          </p:cNvPr>
          <p:cNvSpPr txBox="1"/>
          <p:nvPr/>
        </p:nvSpPr>
        <p:spPr>
          <a:xfrm>
            <a:off x="4752354" y="5253273"/>
            <a:ext cx="2856024" cy="8771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900" dirty="0"/>
              <a:t>[</a:t>
            </a:r>
            <a:r>
              <a:rPr lang="en-US" altLang="ko-KR" sz="950" b="1" dirty="0"/>
              <a:t>1</a:t>
            </a:r>
            <a:r>
              <a:rPr lang="ko-KR" altLang="en-US" sz="900" b="1" dirty="0"/>
              <a:t>호 승합차</a:t>
            </a:r>
            <a:r>
              <a:rPr lang="en-US" altLang="ko-KR" sz="900" dirty="0"/>
              <a:t>] </a:t>
            </a:r>
            <a:r>
              <a:rPr lang="ko-KR" altLang="en-US" sz="900" kern="0" spc="0" dirty="0">
                <a:solidFill>
                  <a:srgbClr val="000000"/>
                </a:solidFill>
                <a:effectLst/>
                <a:latin typeface="+mn-ea"/>
                <a:cs typeface="함초롬바탕" panose="02030604000101010101" pitchFamily="18" charset="-127"/>
              </a:rPr>
              <a:t>교회</a:t>
            </a:r>
            <a:r>
              <a:rPr lang="ko-KR" altLang="en-US" sz="9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US" altLang="ko-KR" sz="950" kern="0" spc="0" dirty="0">
                <a:solidFill>
                  <a:srgbClr val="000000"/>
                </a:solidFill>
                <a:effectLst/>
                <a:latin typeface="+mn-ea"/>
              </a:rPr>
              <a:t>10:10 </a:t>
            </a:r>
            <a:r>
              <a:rPr lang="ko-KR" altLang="en-US" sz="900" kern="0" spc="0" dirty="0">
                <a:solidFill>
                  <a:srgbClr val="000000"/>
                </a:solidFill>
                <a:effectLst/>
                <a:latin typeface="+mn-ea"/>
              </a:rPr>
              <a:t>출발     </a:t>
            </a:r>
            <a:r>
              <a:rPr lang="ko-KR" altLang="en-US" sz="900" kern="0" spc="0" dirty="0" err="1">
                <a:solidFill>
                  <a:srgbClr val="000000"/>
                </a:solidFill>
                <a:effectLst/>
                <a:latin typeface="+mn-ea"/>
              </a:rPr>
              <a:t>관음리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900" kern="0" spc="0" dirty="0" err="1">
                <a:solidFill>
                  <a:srgbClr val="000000"/>
                </a:solidFill>
                <a:effectLst/>
                <a:latin typeface="+mn-ea"/>
              </a:rPr>
              <a:t>광동리</a:t>
            </a:r>
            <a:r>
              <a:rPr lang="ko-KR" altLang="en-US" sz="9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endParaRPr lang="en-US" altLang="ko-KR" sz="9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900" dirty="0"/>
              <a:t>[</a:t>
            </a:r>
            <a:r>
              <a:rPr lang="en-US" altLang="ko-KR" sz="950" b="1" dirty="0"/>
              <a:t>2</a:t>
            </a:r>
            <a:r>
              <a:rPr lang="ko-KR" altLang="en-US" sz="900" b="1" dirty="0"/>
              <a:t>호 승용차</a:t>
            </a:r>
            <a:r>
              <a:rPr lang="en-US" altLang="ko-KR" sz="900" dirty="0"/>
              <a:t>] </a:t>
            </a:r>
            <a:r>
              <a:rPr lang="ko-KR" altLang="en-US" sz="900" dirty="0" err="1"/>
              <a:t>도수리</a:t>
            </a:r>
            <a:r>
              <a:rPr lang="ko-KR" altLang="en-US" sz="9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US" altLang="ko-KR" sz="950" kern="0" spc="0" dirty="0">
                <a:solidFill>
                  <a:srgbClr val="000000"/>
                </a:solidFill>
                <a:effectLst/>
                <a:latin typeface="+mn-ea"/>
              </a:rPr>
              <a:t>10:20</a:t>
            </a:r>
            <a:r>
              <a:rPr lang="en-US" altLang="ko-KR" sz="900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900" kern="0" spc="0" dirty="0">
                <a:solidFill>
                  <a:srgbClr val="000000"/>
                </a:solidFill>
                <a:effectLst/>
                <a:latin typeface="+mn-ea"/>
              </a:rPr>
              <a:t>출발     교회</a:t>
            </a:r>
            <a:endParaRPr lang="en-US" altLang="ko-KR" sz="9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algn="just" fontAlgn="base"/>
            <a:r>
              <a:rPr lang="en-US" altLang="ko-KR" sz="900" dirty="0"/>
              <a:t>[</a:t>
            </a:r>
            <a:r>
              <a:rPr lang="en-US" altLang="ko-KR" sz="950" b="1" dirty="0"/>
              <a:t>3</a:t>
            </a:r>
            <a:r>
              <a:rPr lang="ko-KR" altLang="en-US" sz="900" b="1" dirty="0"/>
              <a:t>호 승용차</a:t>
            </a:r>
            <a:r>
              <a:rPr lang="en-US" altLang="ko-KR" sz="900" dirty="0"/>
              <a:t>] </a:t>
            </a:r>
            <a:r>
              <a:rPr lang="ko-KR" altLang="en-US" sz="900" dirty="0"/>
              <a:t>교회 </a:t>
            </a:r>
            <a:r>
              <a:rPr lang="en-US" altLang="ko-KR" sz="950" dirty="0">
                <a:latin typeface="+mn-ea"/>
              </a:rPr>
              <a:t>10:10</a:t>
            </a:r>
            <a:r>
              <a:rPr lang="en-US" altLang="ko-KR" sz="900" dirty="0">
                <a:latin typeface="+mn-ea"/>
              </a:rPr>
              <a:t> </a:t>
            </a:r>
            <a:r>
              <a:rPr lang="ko-KR" altLang="en-US" sz="900" dirty="0">
                <a:latin typeface="+mn-ea"/>
              </a:rPr>
              <a:t>출발 </a:t>
            </a:r>
            <a:r>
              <a:rPr lang="ko-KR" altLang="en-US" sz="900" kern="0" spc="0" dirty="0"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lang="ko-KR" altLang="en-US" sz="900" kern="0" spc="0" dirty="0" err="1">
                <a:solidFill>
                  <a:srgbClr val="000000"/>
                </a:solidFill>
                <a:effectLst/>
                <a:latin typeface="+mn-ea"/>
              </a:rPr>
              <a:t>천지그린빌</a:t>
            </a:r>
            <a:endParaRPr lang="en-US" altLang="ko-KR" sz="900" kern="0" spc="0" dirty="0">
              <a:solidFill>
                <a:srgbClr val="000000"/>
              </a:solidFill>
              <a:effectLst/>
              <a:latin typeface="+mn-ea"/>
            </a:endParaRP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900" kern="0" spc="0" dirty="0">
                <a:solidFill>
                  <a:srgbClr val="000000"/>
                </a:solidFill>
                <a:effectLst/>
                <a:ea typeface="한컴바탕"/>
              </a:rPr>
              <a:t>  ※ </a:t>
            </a:r>
            <a:r>
              <a:rPr lang="ko-KR" altLang="en-US" sz="900" dirty="0"/>
              <a:t>수요일은</a:t>
            </a:r>
            <a:r>
              <a:rPr lang="en-US" altLang="ko-KR" sz="900" dirty="0"/>
              <a:t> </a:t>
            </a:r>
            <a:r>
              <a:rPr lang="ko-KR" altLang="en-US" sz="900" dirty="0"/>
              <a:t>오후 </a:t>
            </a:r>
            <a:r>
              <a:rPr lang="en-US" altLang="ko-KR" sz="950" dirty="0"/>
              <a:t>7:00, 8:30 </a:t>
            </a:r>
            <a:r>
              <a:rPr lang="ko-KR" altLang="en-US" sz="900" dirty="0"/>
              <a:t>운행</a:t>
            </a:r>
            <a:endParaRPr lang="en-US" altLang="ko-KR" sz="900" dirty="0"/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한컴바탕"/>
                <a:cs typeface="+mn-cs"/>
              </a:rPr>
              <a:t>  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한컴바탕"/>
                <a:cs typeface="+mn-cs"/>
              </a:rPr>
              <a:t>※ </a:t>
            </a:r>
            <a:r>
              <a:rPr kumimoji="0" lang="en-US" altLang="ko-KR" sz="950" b="0" i="0" u="none" strike="noStrike" kern="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r>
              <a:rPr kumimoji="0" lang="ko-KR" altLang="en-US" sz="900" b="0" i="0" u="none" strike="noStrike" kern="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호 유종열 </a:t>
            </a:r>
            <a:r>
              <a:rPr kumimoji="0" lang="en-US" altLang="ko-KR" sz="950" b="0" i="0" u="none" strike="noStrike" kern="0" cap="none" spc="-8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010-5122-6673 /</a:t>
            </a:r>
            <a:r>
              <a:rPr kumimoji="0" lang="en-US" altLang="ko-KR" sz="900" b="0" i="0" u="none" strike="noStrike" kern="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en-US" altLang="ko-KR" sz="950" b="0" i="0" u="none" strike="noStrike" kern="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r>
              <a:rPr kumimoji="0" lang="ko-KR" altLang="en-US" sz="900" b="0" i="0" u="none" strike="noStrike" kern="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호 최경미 </a:t>
            </a:r>
            <a:r>
              <a:rPr kumimoji="0" lang="en-US" altLang="ko-KR" sz="950" b="0" i="0" u="none" strike="noStrike" kern="0" cap="none" spc="-8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010-2426-3139</a:t>
            </a:r>
          </a:p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950" kern="0" spc="-80" dirty="0">
                <a:solidFill>
                  <a:srgbClr val="000000"/>
                </a:solidFill>
              </a:rPr>
              <a:t>       3</a:t>
            </a:r>
            <a:r>
              <a:rPr lang="ko-KR" altLang="en-US" sz="900" kern="0" spc="-80" dirty="0">
                <a:solidFill>
                  <a:srgbClr val="000000"/>
                </a:solidFill>
              </a:rPr>
              <a:t>호 안동화 </a:t>
            </a:r>
            <a:r>
              <a:rPr lang="en-US" altLang="ko-KR" sz="950" kern="0" spc="-80" dirty="0">
                <a:solidFill>
                  <a:srgbClr val="000000"/>
                </a:solidFill>
              </a:rPr>
              <a:t>010-7913-5579 </a:t>
            </a:r>
            <a:endParaRPr lang="ko-KR" altLang="en-US" sz="900" spc="-80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0699534-A5BF-C321-69CB-63F6B2FC93E5}"/>
              </a:ext>
            </a:extLst>
          </p:cNvPr>
          <p:cNvSpPr/>
          <p:nvPr/>
        </p:nvSpPr>
        <p:spPr>
          <a:xfrm>
            <a:off x="4246917" y="5304028"/>
            <a:ext cx="432048" cy="76774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차량</a:t>
            </a:r>
            <a:endParaRPr lang="en-US" altLang="ko-KR" sz="1000" spc="-5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ctr"/>
            <a:r>
              <a:rPr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운행</a:t>
            </a:r>
            <a:endParaRPr lang="en-US" altLang="ko-KR" sz="1000" spc="-5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ctr"/>
            <a:r>
              <a:rPr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시간</a:t>
            </a:r>
          </a:p>
        </p:txBody>
      </p:sp>
      <p:sp>
        <p:nvSpPr>
          <p:cNvPr id="61" name="화살표: 왼쪽/오른쪽 60">
            <a:extLst>
              <a:ext uri="{FF2B5EF4-FFF2-40B4-BE49-F238E27FC236}">
                <a16:creationId xmlns:a16="http://schemas.microsoft.com/office/drawing/2014/main" id="{439B738D-8508-FD8E-0E14-6C8E2FEA2EF6}"/>
              </a:ext>
            </a:extLst>
          </p:cNvPr>
          <p:cNvSpPr/>
          <p:nvPr/>
        </p:nvSpPr>
        <p:spPr>
          <a:xfrm>
            <a:off x="6297492" y="5586968"/>
            <a:ext cx="115887" cy="45719"/>
          </a:xfrm>
          <a:prstGeom prst="left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화살표: 왼쪽/오른쪽 61">
            <a:extLst>
              <a:ext uri="{FF2B5EF4-FFF2-40B4-BE49-F238E27FC236}">
                <a16:creationId xmlns:a16="http://schemas.microsoft.com/office/drawing/2014/main" id="{CC9C68B9-77B9-6FC4-DC48-84247E239E6D}"/>
              </a:ext>
            </a:extLst>
          </p:cNvPr>
          <p:cNvSpPr/>
          <p:nvPr/>
        </p:nvSpPr>
        <p:spPr>
          <a:xfrm>
            <a:off x="6310933" y="5297973"/>
            <a:ext cx="115887" cy="45719"/>
          </a:xfrm>
          <a:prstGeom prst="left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왼쪽/오른쪽 62">
            <a:extLst>
              <a:ext uri="{FF2B5EF4-FFF2-40B4-BE49-F238E27FC236}">
                <a16:creationId xmlns:a16="http://schemas.microsoft.com/office/drawing/2014/main" id="{8B2CABEE-99BA-931F-3D42-C0F0271ECBDF}"/>
              </a:ext>
            </a:extLst>
          </p:cNvPr>
          <p:cNvSpPr/>
          <p:nvPr/>
        </p:nvSpPr>
        <p:spPr>
          <a:xfrm>
            <a:off x="6413170" y="5451175"/>
            <a:ext cx="115887" cy="45719"/>
          </a:xfrm>
          <a:prstGeom prst="left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23417C-301C-BE8E-B79F-8DB2080C8BB6}"/>
              </a:ext>
            </a:extLst>
          </p:cNvPr>
          <p:cNvSpPr txBox="1"/>
          <p:nvPr/>
        </p:nvSpPr>
        <p:spPr>
          <a:xfrm>
            <a:off x="253558" y="232575"/>
            <a:ext cx="3420564" cy="416831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72000" rtlCol="0" anchor="ctr" anchorCtr="0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 </a:t>
            </a:r>
            <a:r>
              <a:rPr lang="ko-KR" alt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주일오전예배</a:t>
            </a:r>
            <a:r>
              <a:rPr lang="ko-KR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나눔고딕" pitchFamily="50" charset="-127"/>
                <a:cs typeface="+mn-cs"/>
              </a:rPr>
              <a:t>/</a:t>
            </a:r>
            <a:r>
              <a:rPr kumimoji="0" lang="en-US" altLang="ko-KR" sz="1300" b="1" i="0" u="none" strike="noStrike" kern="1200" cap="none" spc="-150" normalizeH="0" baseline="0" noProof="0" dirty="0">
                <a:ln>
                  <a:noFill/>
                </a:ln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나눔고딕" pitchFamily="50" charset="-127"/>
                <a:cs typeface="+mn-cs"/>
              </a:rPr>
              <a:t> </a:t>
            </a:r>
            <a:r>
              <a:rPr kumimoji="0" lang="ko-KR" altLang="en-US" sz="1300" b="1" i="0" u="none" strike="noStrike" kern="1200" cap="none" spc="-100" normalizeH="0" noProof="0" dirty="0">
                <a:ln>
                  <a:noFill/>
                </a:ln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나눔고딕" pitchFamily="50" charset="-127"/>
                <a:cs typeface="+mn-cs"/>
              </a:rPr>
              <a:t>어린이주일</a:t>
            </a:r>
            <a:r>
              <a:rPr lang="ko-KR" altLang="en-US" sz="1300" b="1" dirty="0"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나눔고딕" pitchFamily="50" charset="-127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4D4F0-513E-0AAF-868E-F244D53C21E6}"/>
              </a:ext>
            </a:extLst>
          </p:cNvPr>
          <p:cNvSpPr txBox="1"/>
          <p:nvPr/>
        </p:nvSpPr>
        <p:spPr>
          <a:xfrm>
            <a:off x="2410028" y="271629"/>
            <a:ext cx="1116000" cy="323165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ko-KR" altLang="en-US" sz="1000" b="1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오전  </a:t>
            </a:r>
            <a:r>
              <a:rPr lang="ko-KR" altLang="en-US" sz="1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50" b="1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9:00</a:t>
            </a:r>
            <a:endParaRPr lang="en-US" altLang="ko-KR" sz="1000" b="1" spc="-5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r"/>
            <a:r>
              <a:rPr lang="ko-KR" altLang="en-US" sz="1000" b="1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오전 </a:t>
            </a:r>
            <a:r>
              <a:rPr lang="en-US" altLang="ko-KR" sz="1050" b="1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11:00</a:t>
            </a:r>
            <a:endParaRPr lang="ko-KR" altLang="en-US" sz="1000" b="1" spc="-5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B146-44B0-C7A8-A9A8-7C3199C59BB6}"/>
              </a:ext>
            </a:extLst>
          </p:cNvPr>
          <p:cNvSpPr txBox="1"/>
          <p:nvPr/>
        </p:nvSpPr>
        <p:spPr>
          <a:xfrm>
            <a:off x="1257927" y="7202638"/>
            <a:ext cx="14280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8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는 일어서서</a:t>
            </a:r>
          </a:p>
        </p:txBody>
      </p:sp>
      <p:sp>
        <p:nvSpPr>
          <p:cNvPr id="5" name="포인트가 5개인 별 2">
            <a:extLst>
              <a:ext uri="{FF2B5EF4-FFF2-40B4-BE49-F238E27FC236}">
                <a16:creationId xmlns:a16="http://schemas.microsoft.com/office/drawing/2014/main" id="{4F088802-6B71-4DB7-03BD-712B7D162CC5}"/>
              </a:ext>
            </a:extLst>
          </p:cNvPr>
          <p:cNvSpPr/>
          <p:nvPr/>
        </p:nvSpPr>
        <p:spPr>
          <a:xfrm>
            <a:off x="151699" y="3906175"/>
            <a:ext cx="45719" cy="65576"/>
          </a:xfrm>
          <a:prstGeom prst="star5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포인트가 5개인 별 2">
            <a:extLst>
              <a:ext uri="{FF2B5EF4-FFF2-40B4-BE49-F238E27FC236}">
                <a16:creationId xmlns:a16="http://schemas.microsoft.com/office/drawing/2014/main" id="{620370D5-3D0D-C2E5-6568-CC398DEF3142}"/>
              </a:ext>
            </a:extLst>
          </p:cNvPr>
          <p:cNvSpPr/>
          <p:nvPr/>
        </p:nvSpPr>
        <p:spPr>
          <a:xfrm>
            <a:off x="151044" y="4136325"/>
            <a:ext cx="45719" cy="65576"/>
          </a:xfrm>
          <a:prstGeom prst="star5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포인트가 5개인 별 2">
            <a:extLst>
              <a:ext uri="{FF2B5EF4-FFF2-40B4-BE49-F238E27FC236}">
                <a16:creationId xmlns:a16="http://schemas.microsoft.com/office/drawing/2014/main" id="{6A7BBD73-EA01-D086-AFE8-12FF60AAA83D}"/>
              </a:ext>
            </a:extLst>
          </p:cNvPr>
          <p:cNvSpPr/>
          <p:nvPr/>
        </p:nvSpPr>
        <p:spPr>
          <a:xfrm>
            <a:off x="153729" y="4367436"/>
            <a:ext cx="45719" cy="65576"/>
          </a:xfrm>
          <a:prstGeom prst="star5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포인트가 5개인 별 2">
            <a:extLst>
              <a:ext uri="{FF2B5EF4-FFF2-40B4-BE49-F238E27FC236}">
                <a16:creationId xmlns:a16="http://schemas.microsoft.com/office/drawing/2014/main" id="{A70E000B-B122-9AC7-47C3-EE13CB3157DE}"/>
              </a:ext>
            </a:extLst>
          </p:cNvPr>
          <p:cNvSpPr/>
          <p:nvPr/>
        </p:nvSpPr>
        <p:spPr>
          <a:xfrm flipH="1">
            <a:off x="155449" y="7044509"/>
            <a:ext cx="45719" cy="65576"/>
          </a:xfrm>
          <a:prstGeom prst="star5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포인트가 5개인 별 2">
            <a:extLst>
              <a:ext uri="{FF2B5EF4-FFF2-40B4-BE49-F238E27FC236}">
                <a16:creationId xmlns:a16="http://schemas.microsoft.com/office/drawing/2014/main" id="{4A325398-DE2D-0E0D-9C2A-C64ECF67C973}"/>
              </a:ext>
            </a:extLst>
          </p:cNvPr>
          <p:cNvSpPr/>
          <p:nvPr/>
        </p:nvSpPr>
        <p:spPr>
          <a:xfrm>
            <a:off x="150968" y="6823407"/>
            <a:ext cx="45719" cy="65576"/>
          </a:xfrm>
          <a:prstGeom prst="star5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포인트가 5개인 별 2">
            <a:extLst>
              <a:ext uri="{FF2B5EF4-FFF2-40B4-BE49-F238E27FC236}">
                <a16:creationId xmlns:a16="http://schemas.microsoft.com/office/drawing/2014/main" id="{C8A9C630-CF4A-0A76-93A5-B014B6CC1E16}"/>
              </a:ext>
            </a:extLst>
          </p:cNvPr>
          <p:cNvSpPr/>
          <p:nvPr/>
        </p:nvSpPr>
        <p:spPr>
          <a:xfrm>
            <a:off x="1623478" y="7230955"/>
            <a:ext cx="45719" cy="65576"/>
          </a:xfrm>
          <a:prstGeom prst="star5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포인트가 5개인 별 2">
            <a:extLst>
              <a:ext uri="{FF2B5EF4-FFF2-40B4-BE49-F238E27FC236}">
                <a16:creationId xmlns:a16="http://schemas.microsoft.com/office/drawing/2014/main" id="{0FD8B418-3A46-0A7B-DC32-E3B5FD551F8D}"/>
              </a:ext>
            </a:extLst>
          </p:cNvPr>
          <p:cNvSpPr/>
          <p:nvPr/>
        </p:nvSpPr>
        <p:spPr>
          <a:xfrm>
            <a:off x="155451" y="6365442"/>
            <a:ext cx="45719" cy="65576"/>
          </a:xfrm>
          <a:prstGeom prst="star5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포인트가 5개인 별 2">
            <a:extLst>
              <a:ext uri="{FF2B5EF4-FFF2-40B4-BE49-F238E27FC236}">
                <a16:creationId xmlns:a16="http://schemas.microsoft.com/office/drawing/2014/main" id="{1B9E6692-C1CB-6219-F6AC-E4744F784749}"/>
              </a:ext>
            </a:extLst>
          </p:cNvPr>
          <p:cNvSpPr/>
          <p:nvPr/>
        </p:nvSpPr>
        <p:spPr>
          <a:xfrm>
            <a:off x="150968" y="6595592"/>
            <a:ext cx="45719" cy="65576"/>
          </a:xfrm>
          <a:prstGeom prst="star5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ADDB08F-CEB9-B90C-68A5-8A3B76F0E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069809"/>
              </p:ext>
            </p:extLst>
          </p:nvPr>
        </p:nvGraphicFramePr>
        <p:xfrm>
          <a:off x="263356" y="3131436"/>
          <a:ext cx="3420564" cy="4045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4381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kern="12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예배로부름</a:t>
                      </a:r>
                      <a:endParaRPr lang="ko-KR" altLang="en-US" sz="1000" b="0" kern="12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·········</a:t>
                      </a:r>
                      <a:endParaRPr lang="ko-KR" altLang="en-US" sz="1000" b="0" kern="12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시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40:16,17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下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·········</a:t>
                      </a:r>
                      <a:endParaRPr lang="ko-KR" altLang="en-US" sz="1050" b="0" kern="12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kern="12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인도자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299617"/>
                  </a:ext>
                </a:extLst>
              </a:tr>
              <a:tr h="234381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kern="12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복음묵상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 w="381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kern="12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 도 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공동기도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회개기도</a:t>
                      </a: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주기도문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찬 송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통</a:t>
                      </a:r>
                      <a:r>
                        <a:rPr kumimoji="0" lang="en-US" altLang="ko-KR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096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성시교독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137.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삼위일체</a:t>
                      </a:r>
                      <a:endParaRPr kumimoji="0" lang="ko-KR" altLang="en-US" sz="95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신앙고백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사도신경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spc="-5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찬양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dist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90" normalizeH="0" baseline="0" dirty="0" err="1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브니엘찬양대</a:t>
                      </a:r>
                      <a:endParaRPr kumimoji="0" lang="ko-KR" altLang="en-US" sz="1000" b="0" i="0" u="none" strike="noStrike" kern="1200" cap="none" spc="-90" normalizeH="0" baseline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314172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교회소식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··································································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dist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인도자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03439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성경봉독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요</a:t>
                      </a:r>
                      <a:r>
                        <a:rPr kumimoji="0" lang="ko-KR" altLang="en-US" sz="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5:15~18</a:t>
                      </a:r>
                      <a:r>
                        <a:rPr kumimoji="0" lang="en-US" altLang="ko-KR" sz="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신약</a:t>
                      </a:r>
                      <a:r>
                        <a:rPr kumimoji="0" lang="ko-KR" altLang="en-US" sz="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p.150)</a:t>
                      </a:r>
                      <a:endParaRPr kumimoji="0" lang="ko-KR" alt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000" b="1" spc="0" dirty="0">
                        <a:latin typeface="+mn-ea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····</a:t>
                      </a:r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인도자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371668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찬송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0" marR="0" marT="0" marB="0"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 함 </a:t>
                      </a:r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께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254400"/>
                  </a:ext>
                </a:extLst>
              </a:tr>
              <a:tr h="201127">
                <a:tc gridSpan="7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나는 하나님께 속한 자</a:t>
                      </a:r>
                      <a:r>
                        <a:rPr kumimoji="0" lang="en-US" altLang="ko-KR" sz="10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552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r>
                        <a:rPr kumimoji="0" lang="ko-KR" altLang="en-US" sz="10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아침 해가 돋을 때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dist" latinLnBrk="1"/>
                      <a:endParaRPr lang="ko-KR" altLang="en-US" sz="11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30530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합심기도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marL="0" marR="0" indent="0" algn="dist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말씀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··································································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900" b="1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000" b="1" spc="0" baseline="0" dirty="0">
                        <a:latin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문학균목사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029">
                <a:tc gridSpan="7">
                  <a:txBody>
                    <a:bodyPr/>
                    <a:lstStyle/>
                    <a:p>
                      <a:pPr marL="0" marR="0" lvl="0" indent="0" algn="l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         “</a:t>
                      </a:r>
                      <a:r>
                        <a:rPr kumimoji="0" lang="ko-KR" altLang="en-US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이웃</a:t>
                      </a:r>
                      <a:r>
                        <a:rPr kumimoji="0" lang="ko-KR" altLang="en-US" sz="10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더 사랑 </a:t>
                      </a:r>
                      <a:r>
                        <a:rPr kumimoji="0" lang="en-US" altLang="ko-KR" sz="10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아버지께서 일하시니 나도 일한다</a:t>
                      </a:r>
                      <a:r>
                        <a:rPr kumimoji="0" lang="en-US" altLang="ko-KR" sz="1000" b="1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</a:t>
                      </a:r>
                      <a:endParaRPr kumimoji="0" lang="ko-KR" altLang="en-US" sz="10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latinLnBrk="1"/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900" b="1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dist" latinLnBrk="1"/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901287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파송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교회여 일어나라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교회여 일어나라</a:t>
                      </a:r>
                      <a:endParaRPr kumimoji="0" lang="ko-KR" alt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·········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520301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봉헌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헌금위원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068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봉헌기도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문학균목사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3783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축도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문학균목사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9F7BF91-BC18-DC6A-1358-8618948F3DA1}"/>
              </a:ext>
            </a:extLst>
          </p:cNvPr>
          <p:cNvSpPr txBox="1"/>
          <p:nvPr/>
        </p:nvSpPr>
        <p:spPr>
          <a:xfrm>
            <a:off x="2279120" y="725231"/>
            <a:ext cx="140046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10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집례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문학균 목사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226A0B-B672-843E-E01E-CA565AD401F6}"/>
              </a:ext>
            </a:extLst>
          </p:cNvPr>
          <p:cNvSpPr txBox="1"/>
          <p:nvPr/>
        </p:nvSpPr>
        <p:spPr>
          <a:xfrm>
            <a:off x="250558" y="725231"/>
            <a:ext cx="166340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[9</a:t>
            </a:r>
            <a:r>
              <a:rPr lang="ko-KR" altLang="en-US" sz="11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시 예배</a:t>
            </a:r>
            <a:r>
              <a:rPr lang="en-US" altLang="ko-KR" sz="11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]</a:t>
            </a:r>
            <a:endParaRPr lang="ko-KR" altLang="en-US" sz="1100" spc="-50" dirty="0">
              <a:solidFill>
                <a:schemeClr val="tx1">
                  <a:lumMod val="95000"/>
                  <a:lumOff val="5000"/>
                </a:schemeClr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E979FC-002D-4C5F-EEA4-9191757841B3}"/>
              </a:ext>
            </a:extLst>
          </p:cNvPr>
          <p:cNvSpPr txBox="1"/>
          <p:nvPr/>
        </p:nvSpPr>
        <p:spPr>
          <a:xfrm>
            <a:off x="2264738" y="2951265"/>
            <a:ext cx="141484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10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집례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문학균 목사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53807D-366D-9DCB-9B14-0D3BB27CB7FB}"/>
              </a:ext>
            </a:extLst>
          </p:cNvPr>
          <p:cNvSpPr txBox="1"/>
          <p:nvPr/>
        </p:nvSpPr>
        <p:spPr>
          <a:xfrm>
            <a:off x="250581" y="2927465"/>
            <a:ext cx="164371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[11</a:t>
            </a:r>
            <a:r>
              <a:rPr lang="ko-KR" altLang="en-US" sz="11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시 예배</a:t>
            </a:r>
            <a:r>
              <a:rPr lang="en-US" altLang="ko-KR" sz="11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]</a:t>
            </a:r>
            <a:endParaRPr lang="ko-KR" altLang="en-US" sz="1100" spc="-50" dirty="0">
              <a:solidFill>
                <a:schemeClr val="tx1">
                  <a:lumMod val="95000"/>
                  <a:lumOff val="5000"/>
                </a:schemeClr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34D7B48-429D-22C4-6A62-EBA925E65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170159"/>
              </p:ext>
            </p:extLst>
          </p:nvPr>
        </p:nvGraphicFramePr>
        <p:xfrm>
          <a:off x="250558" y="932971"/>
          <a:ext cx="3423565" cy="1839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4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2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337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spc="-15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예배로부름</a:t>
                      </a:r>
                      <a:endParaRPr lang="ko-KR" altLang="en-US" sz="1000" b="0" spc="-15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인도자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706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기도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회개기도</a:t>
                      </a: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주기도문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706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찬 양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706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기도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감사기도</a:t>
                      </a: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사도신경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7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교회소식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dist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인도자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727301"/>
                  </a:ext>
                </a:extLst>
              </a:tr>
              <a:tr h="20337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말 씀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000" b="1" spc="0" dirty="0">
                        <a:latin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문학균목사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37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파송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교회여 일어나라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60366"/>
                  </a:ext>
                </a:extLst>
              </a:tr>
              <a:tr h="241013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봉헌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marL="0" marR="0" marT="0" marB="0" anchor="b">
                    <a:lnL w="12700" cmpd="sng">
                      <a:noFill/>
                    </a:lnL>
                    <a:lnT w="12700" cmpd="sng">
                      <a:noFill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헌금위원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7936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축도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문학균목사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3895B55D-B4B3-128C-327D-7890090B9066}"/>
              </a:ext>
            </a:extLst>
          </p:cNvPr>
          <p:cNvSpPr txBox="1"/>
          <p:nvPr/>
        </p:nvSpPr>
        <p:spPr>
          <a:xfrm>
            <a:off x="4191527" y="2162748"/>
            <a:ext cx="3416852" cy="355276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72000" rtlCol="0" anchor="ctr" anchorCtr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 </a:t>
            </a:r>
            <a:r>
              <a:rPr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수요예배  </a:t>
            </a:r>
            <a:r>
              <a:rPr lang="en-US" altLang="ko-KR" sz="1200" b="1" dirty="0"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나눔고딕" pitchFamily="50" charset="-127"/>
              </a:rPr>
              <a:t>/ </a:t>
            </a:r>
            <a:r>
              <a:rPr lang="ko-KR" altLang="en-US" sz="1200" b="1" dirty="0"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나눔고딕" pitchFamily="50" charset="-127"/>
              </a:rPr>
              <a:t>성품훈련학교  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F02F37-DF78-04F6-8C3C-6ADD4B5C4E1A}"/>
              </a:ext>
            </a:extLst>
          </p:cNvPr>
          <p:cNvSpPr txBox="1"/>
          <p:nvPr/>
        </p:nvSpPr>
        <p:spPr>
          <a:xfrm>
            <a:off x="6184231" y="2558244"/>
            <a:ext cx="142934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사회 </a:t>
            </a:r>
            <a:r>
              <a: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안동화 장로</a:t>
            </a: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109F02EE-66E5-1D87-1000-F33011B65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257667"/>
              </p:ext>
            </p:extLst>
          </p:nvPr>
        </p:nvGraphicFramePr>
        <p:xfrm>
          <a:off x="4198033" y="2755306"/>
          <a:ext cx="3417884" cy="1587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084">
                  <a:extLst>
                    <a:ext uri="{9D8B030D-6E8A-4147-A177-3AD203B41FA5}">
                      <a16:colId xmlns:a16="http://schemas.microsoft.com/office/drawing/2014/main" val="1102846958"/>
                    </a:ext>
                  </a:extLst>
                </a:gridCol>
                <a:gridCol w="1151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6695">
                  <a:extLst>
                    <a:ext uri="{9D8B030D-6E8A-4147-A177-3AD203B41FA5}">
                      <a16:colId xmlns:a16="http://schemas.microsoft.com/office/drawing/2014/main" val="678552037"/>
                    </a:ext>
                  </a:extLst>
                </a:gridCol>
                <a:gridCol w="699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2036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kern="1200" spc="-15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경배와찬양</a:t>
                      </a:r>
                      <a:endParaRPr lang="ko-KR" altLang="en-US" sz="1000" b="0" kern="1200" spc="-15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575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장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통</a:t>
                      </a:r>
                      <a:r>
                        <a:rPr kumimoji="0" lang="en-US" altLang="ko-KR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302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416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기도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kern="12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한재숙권사</a:t>
                      </a:r>
                      <a:endParaRPr lang="ko-KR" altLang="en-US" sz="1000" kern="12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162304"/>
                  </a:ext>
                </a:extLst>
              </a:tr>
              <a:tr h="202036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성경봉독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 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0" baseline="0" dirty="0" err="1">
                          <a:solidFill>
                            <a:schemeClr val="tx1"/>
                          </a:solidFill>
                        </a:rPr>
                        <a:t>딛</a:t>
                      </a:r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50" spc="0" baseline="0" dirty="0">
                          <a:solidFill>
                            <a:schemeClr val="tx1"/>
                          </a:solidFill>
                        </a:rPr>
                        <a:t>2:14</a:t>
                      </a:r>
                      <a:r>
                        <a:rPr lang="en-US" altLang="ko-KR" sz="1000" spc="-15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spc="-15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spc="-150" baseline="0" dirty="0">
                          <a:solidFill>
                            <a:schemeClr val="tx1"/>
                          </a:solidFill>
                        </a:rPr>
                        <a:t> 신약  </a:t>
                      </a:r>
                      <a:r>
                        <a:rPr lang="en-US" altLang="ko-KR" sz="950" spc="0" baseline="0" dirty="0">
                          <a:solidFill>
                            <a:schemeClr val="tx1"/>
                          </a:solidFill>
                        </a:rPr>
                        <a:t>p.349</a:t>
                      </a:r>
                      <a:r>
                        <a:rPr lang="en-US" altLang="ko-KR" sz="900" spc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9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00" baseline="0"/>
                        <a:t>요한복음 </a:t>
                      </a:r>
                      <a:r>
                        <a:rPr lang="en-US" altLang="ko-KR" sz="1050" spc="-100" baseline="0"/>
                        <a:t>13:13~17</a:t>
                      </a:r>
                      <a:r>
                        <a:rPr lang="en-US" altLang="ko-KR" sz="1000" spc="-100" baseline="0"/>
                        <a:t> </a:t>
                      </a:r>
                      <a:r>
                        <a:rPr lang="en-US" altLang="ko-KR" sz="900" spc="-100" baseline="0"/>
                        <a:t>(</a:t>
                      </a:r>
                      <a:r>
                        <a:rPr lang="ko-KR" altLang="en-US" sz="900" spc="-100" baseline="0"/>
                        <a:t>신약</a:t>
                      </a:r>
                      <a:r>
                        <a:rPr lang="en-US" altLang="ko-KR" sz="900" spc="-100" baseline="0"/>
                        <a:t>170)</a:t>
                      </a:r>
                      <a:endParaRPr lang="ko-KR" altLang="en-US" sz="1000" spc="-100" baseline="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.…..</a:t>
                      </a:r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인도자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416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b="0" kern="1200" spc="-2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말씀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0" marR="0" marT="0" marB="0" anchor="ctr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문학균목사</a:t>
                      </a:r>
                      <a:endParaRPr lang="ko-KR" altLang="en-US" sz="10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036">
                <a:tc gridSpan="7">
                  <a:txBody>
                    <a:bodyPr/>
                    <a:lstStyle/>
                    <a:p>
                      <a:pPr marL="0" marR="0" lvl="0" indent="0" algn="l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강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–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신성한 성품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열심”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dist" latinLnBrk="1"/>
                      <a:endParaRPr lang="ko-KR" altLang="en-US" sz="11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488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찬송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597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장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통</a:t>
                      </a:r>
                      <a:r>
                        <a:rPr kumimoji="0" lang="en-US" altLang="ko-KR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378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dist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416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광고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인도자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416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주기도문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··································································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dist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BEFD57B4-9C86-383A-84BE-D5832B3104D4}"/>
              </a:ext>
            </a:extLst>
          </p:cNvPr>
          <p:cNvSpPr txBox="1"/>
          <p:nvPr/>
        </p:nvSpPr>
        <p:spPr>
          <a:xfrm>
            <a:off x="6310111" y="2263442"/>
            <a:ext cx="1133569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ko-KR" altLang="en-US" sz="1000" b="1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오후 </a:t>
            </a:r>
            <a:r>
              <a:rPr lang="en-US" altLang="ko-KR" sz="1000" b="1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7:30</a:t>
            </a:r>
            <a:endParaRPr lang="ko-KR" altLang="en-US" sz="1000" b="1" spc="-5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5FB14F-6412-5CD5-9148-2A3E93262D96}"/>
              </a:ext>
            </a:extLst>
          </p:cNvPr>
          <p:cNvSpPr txBox="1"/>
          <p:nvPr/>
        </p:nvSpPr>
        <p:spPr>
          <a:xfrm>
            <a:off x="4181252" y="232575"/>
            <a:ext cx="3410345" cy="355276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72000" rtlCol="0" anchor="ctr" anchorCtr="0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 </a:t>
            </a:r>
            <a:r>
              <a:rPr lang="ko-KR" alt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주일오후예배</a:t>
            </a:r>
            <a:r>
              <a:rPr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 </a:t>
            </a:r>
            <a:r>
              <a:rPr lang="en-US" altLang="ko-KR" sz="1200" b="1" spc="-150" dirty="0"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나눔고딕" pitchFamily="50" charset="-127"/>
              </a:rPr>
              <a:t>/  </a:t>
            </a:r>
            <a:r>
              <a:rPr lang="ko-KR" altLang="en-US" sz="1200" b="1" dirty="0"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나눔고딕" pitchFamily="50" charset="-127"/>
              </a:rPr>
              <a:t>가정예배  </a:t>
            </a:r>
            <a:endParaRPr lang="ko-KR" altLang="en-US" sz="1300" b="1" dirty="0">
              <a:solidFill>
                <a:srgbClr val="332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/>
              <a:ea typeface="나눔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04935-E397-3049-FFCD-A2E386196691}"/>
              </a:ext>
            </a:extLst>
          </p:cNvPr>
          <p:cNvSpPr txBox="1"/>
          <p:nvPr/>
        </p:nvSpPr>
        <p:spPr>
          <a:xfrm>
            <a:off x="6181651" y="641791"/>
            <a:ext cx="1428760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10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집례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가족 중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23B9196-73EE-7754-C1BA-3E86FB964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36373"/>
              </p:ext>
            </p:extLst>
          </p:nvPr>
        </p:nvGraphicFramePr>
        <p:xfrm>
          <a:off x="4177791" y="836406"/>
          <a:ext cx="3429024" cy="1072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186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kern="12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경배와찬양</a:t>
                      </a:r>
                      <a:endParaRPr lang="ko-KR" altLang="en-US" sz="1000" b="0" kern="12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.……………………………………………………</a:t>
                      </a:r>
                      <a:endParaRPr lang="ko-KR" altLang="en-US" sz="1000" b="0" kern="12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b="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82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기도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.……………………………………………………</a:t>
                      </a:r>
                      <a:endParaRPr lang="ko-KR" altLang="en-US" sz="1000" b="0" kern="12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가족중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282">
                <a:tc>
                  <a:txBody>
                    <a:bodyPr/>
                    <a:lstStyle/>
                    <a:p>
                      <a:pPr algn="dist" latinLnBrk="1">
                        <a:buFont typeface="나눔고딕" pitchFamily="50" charset="-127"/>
                        <a:buNone/>
                      </a:pPr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말씀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.……….……………..………</a:t>
                      </a:r>
                      <a:r>
                        <a:rPr lang="en-US" altLang="ko-KR" sz="1000" b="0" kern="12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……</a:t>
                      </a: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…….…………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가족중</a:t>
                      </a:r>
                      <a:endParaRPr lang="ko-KR" altLang="en-US" sz="10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282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찬송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….…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.……..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dist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282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주기도문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.…………………………………………</a:t>
                      </a:r>
                      <a:r>
                        <a:rPr lang="en-US" altLang="ko-KR" sz="1000" b="0" kern="120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……</a:t>
                      </a:r>
                      <a:r>
                        <a:rPr lang="en-US" altLang="ko-KR" sz="1000" b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……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dist" defTabSz="104305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pc="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다함께</a:t>
                      </a:r>
                      <a:endParaRPr lang="ko-KR" altLang="en-US" sz="1000" b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9EA4ED9-DBA0-BB36-6084-4EB37E2188D8}"/>
              </a:ext>
            </a:extLst>
          </p:cNvPr>
          <p:cNvSpPr txBox="1"/>
          <p:nvPr/>
        </p:nvSpPr>
        <p:spPr>
          <a:xfrm>
            <a:off x="4823516" y="1026060"/>
            <a:ext cx="2123837" cy="60016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100" dirty="0"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itchFamily="50" charset="-127"/>
                <a:ea typeface="나눔고딕" pitchFamily="50" charset="-127"/>
              </a:rPr>
              <a:t>가정주일</a:t>
            </a:r>
            <a:endParaRPr lang="en-US" altLang="ko-KR" sz="1100" dirty="0">
              <a:solidFill>
                <a:srgbClr val="332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endParaRPr>
          </a:p>
          <a:p>
            <a:pPr algn="ctr"/>
            <a:r>
              <a:rPr lang="ko-KR" altLang="en-US" sz="1100" dirty="0">
                <a:solidFill>
                  <a:srgbClr val="332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itchFamily="50" charset="-127"/>
                <a:ea typeface="나눔고딕" pitchFamily="50" charset="-127"/>
              </a:rPr>
              <a:t>가정예배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900" dirty="0" smtClean="0">
            <a:latin typeface="나눔고딕" pitchFamily="50" charset="-127"/>
            <a:ea typeface="나눔고딕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84427</TotalTime>
  <Words>1321</Words>
  <Application>Microsoft Office PowerPoint</Application>
  <PresentationFormat>사용자 지정</PresentationFormat>
  <Paragraphs>357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HY강M</vt:lpstr>
      <vt:lpstr>MD솔체</vt:lpstr>
      <vt:lpstr>경기천년제목 Light</vt:lpstr>
      <vt:lpstr>경기천년제목 Medium</vt:lpstr>
      <vt:lpstr>나눔고딕</vt:lpstr>
      <vt:lpstr>맑은 고딕</vt:lpstr>
      <vt:lpstr>한컴바탕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HAKKYUN MOON</cp:lastModifiedBy>
  <cp:revision>3348</cp:revision>
  <cp:lastPrinted>2026-04-17T07:56:21Z</cp:lastPrinted>
  <dcterms:created xsi:type="dcterms:W3CDTF">2015-11-22T11:57:01Z</dcterms:created>
  <dcterms:modified xsi:type="dcterms:W3CDTF">2026-05-01T08:15:59Z</dcterms:modified>
</cp:coreProperties>
</file>